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3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1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5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6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1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7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6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4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4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4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D4398-84C2-41B8-BF30-3157F7B18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17500-4EF5-4B11-9B97-A263996D3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98" b="1"/>
          <a:stretch/>
        </p:blipFill>
        <p:spPr>
          <a:xfrm>
            <a:off x="20" y="10"/>
            <a:ext cx="9137156" cy="6857989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1E519840-CB5B-442F-AF8C-F848E769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5558" y="-6724"/>
            <a:ext cx="4265457" cy="6868736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240216 w 5664007"/>
              <a:gd name="connsiteY0" fmla="*/ 0 h 6857998"/>
              <a:gd name="connsiteX1" fmla="*/ 5664007 w 5664007"/>
              <a:gd name="connsiteY1" fmla="*/ 0 h 6857998"/>
              <a:gd name="connsiteX2" fmla="*/ 5664007 w 5664007"/>
              <a:gd name="connsiteY2" fmla="*/ 6857998 h 6857998"/>
              <a:gd name="connsiteX3" fmla="*/ 0 w 5664007"/>
              <a:gd name="connsiteY3" fmla="*/ 6846045 h 6857998"/>
              <a:gd name="connsiteX4" fmla="*/ 2240216 w 5664007"/>
              <a:gd name="connsiteY4" fmla="*/ 0 h 6857998"/>
              <a:gd name="connsiteX0" fmla="*/ 2170935 w 5594726"/>
              <a:gd name="connsiteY0" fmla="*/ 0 h 6865085"/>
              <a:gd name="connsiteX1" fmla="*/ 5594726 w 5594726"/>
              <a:gd name="connsiteY1" fmla="*/ 0 h 6865085"/>
              <a:gd name="connsiteX2" fmla="*/ 5594726 w 5594726"/>
              <a:gd name="connsiteY2" fmla="*/ 6857998 h 6865085"/>
              <a:gd name="connsiteX3" fmla="*/ 0 w 5594726"/>
              <a:gd name="connsiteY3" fmla="*/ 6865085 h 6865085"/>
              <a:gd name="connsiteX4" fmla="*/ 2170935 w 5594726"/>
              <a:gd name="connsiteY4" fmla="*/ 0 h 6865085"/>
              <a:gd name="connsiteX0" fmla="*/ 1747097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747097 w 5170888"/>
              <a:gd name="connsiteY4" fmla="*/ 0 h 6865085"/>
              <a:gd name="connsiteX0" fmla="*/ 1404766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404766 w 5170888"/>
              <a:gd name="connsiteY4" fmla="*/ 0 h 686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888" h="6865085">
                <a:moveTo>
                  <a:pt x="1404766" y="0"/>
                </a:moveTo>
                <a:lnTo>
                  <a:pt x="5170888" y="0"/>
                </a:lnTo>
                <a:lnTo>
                  <a:pt x="5170888" y="6857998"/>
                </a:lnTo>
                <a:lnTo>
                  <a:pt x="0" y="6865085"/>
                </a:lnTo>
                <a:lnTo>
                  <a:pt x="1404766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4D051A-6DF9-45BB-809B-66AA55667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4880" y="3025587"/>
            <a:ext cx="3153720" cy="2985247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dirty="0"/>
              <a:t>Git-hub  </a:t>
            </a:r>
            <a:r>
              <a:rPr lang="ko-KR" altLang="en-US" sz="4400" dirty="0"/>
              <a:t>사용법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72912F-C883-4C44-AD3B-243AE2D34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176" y="1116873"/>
            <a:ext cx="2521424" cy="1520669"/>
          </a:xfrm>
        </p:spPr>
        <p:txBody>
          <a:bodyPr>
            <a:normAutofit/>
          </a:bodyPr>
          <a:lstStyle/>
          <a:p>
            <a:pPr algn="r"/>
            <a:r>
              <a:rPr lang="en-US" altLang="ko-KR" sz="1600" dirty="0"/>
              <a:t>4. git-hub </a:t>
            </a:r>
            <a:r>
              <a:rPr lang="ko-KR" altLang="en-US" sz="1600" dirty="0"/>
              <a:t>사용법</a:t>
            </a:r>
            <a:endParaRPr lang="en-US" altLang="ko-KR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EF422-3076-48F2-A38B-7CA85177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31959" y="0"/>
            <a:ext cx="5279056" cy="777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96548C-21A4-493D-B220-64E89F1E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81082" y="-6724"/>
            <a:ext cx="2279175" cy="68647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C7BFA7-A9CA-4D30-A617-4BADB6B0AA83}"/>
              </a:ext>
            </a:extLst>
          </p:cNvPr>
          <p:cNvSpPr txBox="1"/>
          <p:nvPr/>
        </p:nvSpPr>
        <p:spPr>
          <a:xfrm>
            <a:off x="9249821" y="6473478"/>
            <a:ext cx="315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Semi developer Kim</a:t>
            </a:r>
            <a:r>
              <a:rPr lang="ko-KR" altLang="en-US" dirty="0"/>
              <a:t> </a:t>
            </a:r>
            <a:r>
              <a:rPr lang="en-US" altLang="ko-KR" dirty="0" err="1"/>
              <a:t>sumin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37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git-hub?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git-hub</a:t>
            </a:r>
            <a:r>
              <a:rPr lang="ko-KR" altLang="en-US" sz="1800" dirty="0"/>
              <a:t>란</a:t>
            </a:r>
            <a:r>
              <a:rPr lang="en-US" altLang="ko-KR" sz="1800" dirty="0"/>
              <a:t>? </a:t>
            </a:r>
            <a:br>
              <a:rPr lang="en-US" altLang="ko-KR" sz="1800" dirty="0"/>
            </a:br>
            <a:r>
              <a:rPr lang="en-US" altLang="ko-KR" sz="1800" dirty="0"/>
              <a:t>: </a:t>
            </a:r>
            <a:r>
              <a:rPr lang="ko-KR" altLang="en-US" sz="1800" dirty="0"/>
              <a:t>현재 우리가 작업하고 있는 공간을 지역 저장소</a:t>
            </a:r>
            <a:r>
              <a:rPr lang="en-US" altLang="ko-KR" sz="1800" dirty="0"/>
              <a:t>(local repository)</a:t>
            </a:r>
            <a:r>
              <a:rPr lang="ko-KR" altLang="en-US" sz="1800" dirty="0"/>
              <a:t>라고 하는데 만약에 작업중에 지역 저장소를 삭제한다면 매우 곤란한 상황에 처하게 된다</a:t>
            </a:r>
            <a:r>
              <a:rPr lang="en-US" altLang="ko-KR" sz="1800" dirty="0"/>
              <a:t>. </a:t>
            </a:r>
            <a:br>
              <a:rPr lang="en-US" altLang="ko-KR" sz="1800" dirty="0"/>
            </a:br>
            <a:r>
              <a:rPr lang="en-US" altLang="ko-KR" sz="1800" dirty="0"/>
              <a:t>(ex.</a:t>
            </a:r>
            <a:r>
              <a:rPr lang="ko-KR" altLang="en-US" sz="1800" dirty="0"/>
              <a:t> </a:t>
            </a:r>
            <a:r>
              <a:rPr lang="en-US" altLang="ko-KR" sz="1800" dirty="0"/>
              <a:t>ubuntu </a:t>
            </a:r>
            <a:r>
              <a:rPr lang="ko-KR" altLang="en-US" sz="1800" dirty="0"/>
              <a:t>설치 중 </a:t>
            </a:r>
            <a:r>
              <a:rPr lang="en-US" altLang="ko-KR" sz="1800" dirty="0"/>
              <a:t>windows</a:t>
            </a:r>
            <a:r>
              <a:rPr lang="ko-KR" altLang="en-US" sz="1800" dirty="0"/>
              <a:t>를</a:t>
            </a:r>
            <a:r>
              <a:rPr lang="en-US" altLang="ko-KR" sz="1800" dirty="0"/>
              <a:t> </a:t>
            </a:r>
            <a:r>
              <a:rPr lang="ko-KR" altLang="en-US" sz="1800" dirty="0"/>
              <a:t>포맷해버리는 상황</a:t>
            </a:r>
            <a:r>
              <a:rPr lang="en-US" altLang="ko-KR" sz="1800" dirty="0"/>
              <a:t>)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</a:t>
            </a:r>
            <a:r>
              <a:rPr lang="ko-KR" altLang="en-US" sz="1800" dirty="0"/>
              <a:t>에서는 이러한 문제를 해결하기 위해서 원격 저장소</a:t>
            </a:r>
            <a:r>
              <a:rPr lang="en-US" altLang="ko-KR" sz="1800" dirty="0"/>
              <a:t>(remote</a:t>
            </a:r>
            <a:r>
              <a:rPr lang="ko-KR" altLang="en-US" sz="1800" dirty="0"/>
              <a:t> </a:t>
            </a:r>
            <a:r>
              <a:rPr lang="en-US" altLang="ko-KR" sz="1800" dirty="0"/>
              <a:t>repository)</a:t>
            </a:r>
            <a:r>
              <a:rPr lang="ko-KR" altLang="en-US" sz="1800" dirty="0"/>
              <a:t>를 제공한다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git-hub</a:t>
            </a:r>
            <a:r>
              <a:rPr lang="ko-KR" altLang="en-US" sz="1800" dirty="0"/>
              <a:t>의 장점 </a:t>
            </a:r>
            <a:br>
              <a:rPr lang="en-US" altLang="ko-KR" sz="1800" dirty="0"/>
            </a:br>
            <a:r>
              <a:rPr lang="en-US" altLang="ko-KR" sz="1800" dirty="0"/>
              <a:t>: </a:t>
            </a:r>
            <a:r>
              <a:rPr lang="ko-KR" altLang="en-US" sz="1800" dirty="0"/>
              <a:t>유료와 무료가 있으나 무료로 사용하여도 용량 제한없이 사용 가능하다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en-US" altLang="ko-KR" sz="1800" dirty="0"/>
              <a:t>: </a:t>
            </a:r>
            <a:r>
              <a:rPr lang="ko-KR" altLang="en-US" sz="1800" dirty="0"/>
              <a:t>정말 많은 개발자들이 사용하고 있다</a:t>
            </a:r>
            <a:r>
              <a:rPr lang="en-US" altLang="ko-KR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4750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can we do with git-hub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원격 저장소에서 </a:t>
            </a:r>
            <a:r>
              <a:rPr lang="en-US" altLang="ko-KR" sz="1800" dirty="0"/>
              <a:t>git</a:t>
            </a:r>
            <a:r>
              <a:rPr lang="ko-KR" altLang="en-US" sz="1800" dirty="0"/>
              <a:t>을 사용할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지역 저장소를 백업할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협업 프로젝트에 사용할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자신의 개발 이력을 남길 수 있다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나만의 잔디를 채워보자</a:t>
            </a:r>
            <a:r>
              <a:rPr lang="en-US" altLang="ko-KR" sz="1800" dirty="0"/>
              <a:t>!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다른 사람의 소스를 살펴볼 수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오픈 소스에 참여할 수도 있다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다른 사람의 소스를 읽어보고 분석하면서 나름대로 코드를 수정하고</a:t>
            </a:r>
            <a:r>
              <a:rPr lang="en-US" altLang="ko-KR" sz="1800" dirty="0"/>
              <a:t>, </a:t>
            </a:r>
            <a:r>
              <a:rPr lang="ko-KR" altLang="en-US" sz="1800" dirty="0"/>
              <a:t>작성해 보는 것이 가능 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0111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sz="32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Connect the local repository to the remote repository</a:t>
            </a:r>
            <a:endParaRPr lang="ko-KR" altLang="en-US" sz="54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원격 저장소를 만든 다음 </a:t>
            </a:r>
            <a:r>
              <a:rPr lang="en-US" altLang="ko-KR" sz="1800" dirty="0"/>
              <a:t>(</a:t>
            </a:r>
            <a:r>
              <a:rPr lang="ko-KR" altLang="en-US" sz="1800" dirty="0"/>
              <a:t>인터넷에 원격 저장소 만드는 법을 검색해보자</a:t>
            </a:r>
            <a:r>
              <a:rPr lang="en-US" altLang="ko-KR" sz="1800" dirty="0"/>
              <a:t>) </a:t>
            </a:r>
            <a:r>
              <a:rPr lang="ko-KR" altLang="en-US" sz="1800" dirty="0"/>
              <a:t>그 다음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 remote add origin ‘</a:t>
            </a:r>
            <a:r>
              <a:rPr lang="ko-KR" altLang="en-US" sz="1800" dirty="0"/>
              <a:t>원격 저장소 주소</a:t>
            </a:r>
            <a:r>
              <a:rPr lang="en-US" altLang="ko-KR" sz="1800" dirty="0"/>
              <a:t>’</a:t>
            </a:r>
            <a:br>
              <a:rPr lang="en-US" altLang="ko-KR" sz="1800" dirty="0"/>
            </a:br>
            <a:r>
              <a:rPr lang="en-US" altLang="ko-KR" sz="1800" dirty="0"/>
              <a:t>-&gt;</a:t>
            </a:r>
            <a:r>
              <a:rPr lang="ko-KR" altLang="en-US" sz="1800" dirty="0"/>
              <a:t>원격 저장소</a:t>
            </a:r>
            <a:r>
              <a:rPr lang="en-US" altLang="ko-KR" sz="1800" dirty="0"/>
              <a:t>(remote)</a:t>
            </a:r>
            <a:r>
              <a:rPr lang="ko-KR" altLang="en-US" sz="1800" dirty="0"/>
              <a:t>에 </a:t>
            </a:r>
            <a:r>
              <a:rPr lang="en-US" altLang="ko-KR" sz="1800" dirty="0"/>
              <a:t>origin</a:t>
            </a:r>
            <a:r>
              <a:rPr lang="ko-KR" altLang="en-US" sz="1800" dirty="0"/>
              <a:t>을 추가</a:t>
            </a:r>
            <a:r>
              <a:rPr lang="en-US" altLang="ko-KR" sz="1800" dirty="0"/>
              <a:t>(add)</a:t>
            </a:r>
            <a:r>
              <a:rPr lang="ko-KR" altLang="en-US" sz="1800" dirty="0"/>
              <a:t>하겠다고 깃에게 알려주는 것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한 번만 진행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</a:t>
            </a:r>
            <a:r>
              <a:rPr lang="ko-KR" altLang="en-US" sz="1800" dirty="0"/>
              <a:t> </a:t>
            </a:r>
            <a:r>
              <a:rPr lang="en-US" altLang="ko-KR" sz="1800" dirty="0"/>
              <a:t>remote</a:t>
            </a:r>
            <a:r>
              <a:rPr lang="ko-KR" altLang="en-US" sz="1800" dirty="0"/>
              <a:t> </a:t>
            </a:r>
            <a:r>
              <a:rPr lang="en-US" altLang="ko-KR" sz="1800" dirty="0"/>
              <a:t>–v</a:t>
            </a:r>
            <a:br>
              <a:rPr lang="en-US" altLang="ko-KR" sz="1800" dirty="0"/>
            </a:b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-US" altLang="ko-KR" sz="1800" dirty="0"/>
              <a:t>git</a:t>
            </a:r>
            <a:r>
              <a:rPr lang="ko-KR" altLang="en-US" sz="1800" dirty="0"/>
              <a:t> 원격 저장소와 연결되었는지 확인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44264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solidFill>
                  <a:srgbClr val="000000"/>
                </a:solidFill>
                <a:latin typeface="Segoe UI" panose="020B0502040204020203" pitchFamily="34" charset="0"/>
              </a:rPr>
              <a:t>Upload</a:t>
            </a:r>
            <a:r>
              <a:rPr lang="en-US" altLang="ko-KR" sz="36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download to remote storage</a:t>
            </a:r>
            <a:endParaRPr lang="ko-KR" altLang="en-US" sz="3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 push –u origin master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지역</a:t>
            </a:r>
            <a:r>
              <a:rPr lang="en-US" altLang="ko-KR" sz="1800" dirty="0"/>
              <a:t> </a:t>
            </a:r>
            <a:r>
              <a:rPr lang="ko-KR" altLang="en-US" sz="1800" dirty="0"/>
              <a:t>저장소의 </a:t>
            </a:r>
            <a:r>
              <a:rPr lang="en-US" altLang="ko-KR" sz="1800" dirty="0"/>
              <a:t>branch</a:t>
            </a:r>
            <a:r>
              <a:rPr lang="ko-KR" altLang="en-US" sz="1800" dirty="0"/>
              <a:t>를 원격 저장소의 </a:t>
            </a:r>
            <a:r>
              <a:rPr lang="en-US" altLang="ko-KR" sz="1800" dirty="0"/>
              <a:t>master branch</a:t>
            </a:r>
            <a:r>
              <a:rPr lang="ko-KR" altLang="en-US" sz="1800" dirty="0"/>
              <a:t>로 </a:t>
            </a:r>
            <a:r>
              <a:rPr lang="en-US" altLang="ko-KR" sz="1800" dirty="0"/>
              <a:t>push(</a:t>
            </a:r>
            <a:r>
              <a:rPr lang="ko-KR" altLang="en-US" sz="1800" dirty="0"/>
              <a:t>업로드</a:t>
            </a:r>
            <a:r>
              <a:rPr lang="en-US" altLang="ko-KR" sz="1800" dirty="0"/>
              <a:t>)</a:t>
            </a:r>
            <a:r>
              <a:rPr lang="ko-KR" altLang="en-US" sz="1800" dirty="0"/>
              <a:t>하라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한 번만 진행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800" dirty="0"/>
              <a:t>이후에는 </a:t>
            </a:r>
            <a:r>
              <a:rPr lang="en-US" altLang="ko-KR" sz="1800" dirty="0"/>
              <a:t>git push</a:t>
            </a:r>
            <a:r>
              <a:rPr lang="ko-KR" altLang="en-US" sz="1800" dirty="0"/>
              <a:t>만 입력해도 해당 </a:t>
            </a:r>
            <a:r>
              <a:rPr lang="en-US" altLang="ko-KR" sz="1800" dirty="0"/>
              <a:t>repository</a:t>
            </a:r>
            <a:r>
              <a:rPr lang="ko-KR" altLang="en-US" sz="1800" dirty="0"/>
              <a:t>로 </a:t>
            </a:r>
            <a:r>
              <a:rPr lang="en-US" altLang="ko-KR" sz="1800" dirty="0"/>
              <a:t>push</a:t>
            </a:r>
            <a:r>
              <a:rPr lang="ko-KR" altLang="en-US" sz="1800" dirty="0"/>
              <a:t>가 됨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git-hub </a:t>
            </a:r>
            <a:r>
              <a:rPr lang="ko-KR" altLang="en-US" sz="1800" dirty="0"/>
              <a:t>안에서도 직접 </a:t>
            </a:r>
            <a:r>
              <a:rPr lang="en-US" altLang="ko-KR" sz="1800" dirty="0"/>
              <a:t>commit </a:t>
            </a:r>
            <a:r>
              <a:rPr lang="ko-KR" altLang="en-US" sz="1800" dirty="0"/>
              <a:t>가능 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git pull origin master 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기본 원격 저장소</a:t>
            </a:r>
            <a:r>
              <a:rPr lang="en-US" altLang="ko-KR" sz="1800" dirty="0"/>
              <a:t>(origin)</a:t>
            </a:r>
            <a:r>
              <a:rPr lang="ko-KR" altLang="en-US" sz="1800" dirty="0"/>
              <a:t>의 내용을 지역 저장소</a:t>
            </a:r>
            <a:r>
              <a:rPr lang="en-US" altLang="ko-KR" sz="1800" dirty="0"/>
              <a:t>(master) branch</a:t>
            </a:r>
            <a:r>
              <a:rPr lang="ko-KR" altLang="en-US" sz="1800" dirty="0"/>
              <a:t>로 </a:t>
            </a:r>
            <a:r>
              <a:rPr lang="en-US" altLang="ko-KR" sz="1800" dirty="0"/>
              <a:t>pull(</a:t>
            </a:r>
            <a:r>
              <a:rPr lang="ko-KR" altLang="en-US" sz="1800" dirty="0"/>
              <a:t>다운로드</a:t>
            </a:r>
            <a:r>
              <a:rPr lang="en-US" altLang="ko-KR" sz="1800" dirty="0"/>
              <a:t>)</a:t>
            </a:r>
            <a:r>
              <a:rPr lang="ko-KR" altLang="en-US" sz="1800" dirty="0"/>
              <a:t>하라 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38745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sz="44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SSH Remote Access to the git-hub</a:t>
            </a:r>
            <a:endParaRPr lang="ko-KR" altLang="en-US" sz="9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/>
              <a:t>SSH</a:t>
            </a:r>
            <a:r>
              <a:rPr lang="ko-KR" altLang="en-US" sz="1800" dirty="0"/>
              <a:t>란</a:t>
            </a:r>
            <a:r>
              <a:rPr lang="en-US" altLang="ko-KR" sz="1800" dirty="0"/>
              <a:t>?</a:t>
            </a:r>
            <a:br>
              <a:rPr lang="en-US" altLang="ko-KR" sz="1800" dirty="0"/>
            </a:br>
            <a:r>
              <a:rPr lang="en-US" altLang="ko-KR" sz="1800" dirty="0"/>
              <a:t>=&gt; Secure Shell</a:t>
            </a:r>
            <a:r>
              <a:rPr lang="ko-KR" altLang="en-US" sz="1800" dirty="0"/>
              <a:t>의 줄임 말로 강화된 안전한 방법으로 정보를 교환하는 방식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사용자 컴퓨터에서 </a:t>
            </a:r>
            <a:r>
              <a:rPr lang="en-US" altLang="ko-KR" sz="1800" dirty="0"/>
              <a:t>SSH </a:t>
            </a:r>
            <a:r>
              <a:rPr lang="ko-KR" altLang="en-US" sz="1800" dirty="0"/>
              <a:t>키 생성기를 실행하면 </a:t>
            </a:r>
            <a:r>
              <a:rPr lang="en-US" altLang="ko-KR" sz="1800" dirty="0"/>
              <a:t>private key</a:t>
            </a:r>
            <a:r>
              <a:rPr lang="ko-KR" altLang="en-US" sz="1800" dirty="0"/>
              <a:t>와 </a:t>
            </a:r>
            <a:r>
              <a:rPr lang="en-US" altLang="ko-KR" sz="1800" dirty="0"/>
              <a:t>public key</a:t>
            </a:r>
            <a:r>
              <a:rPr lang="ko-KR" altLang="en-US" sz="1800" dirty="0"/>
              <a:t>를 생성하는데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     private</a:t>
            </a:r>
            <a:r>
              <a:rPr lang="ko-KR" altLang="en-US" sz="1800" dirty="0"/>
              <a:t> 키와 </a:t>
            </a:r>
            <a:r>
              <a:rPr lang="en-US" altLang="ko-KR" sz="1800" dirty="0"/>
              <a:t>public</a:t>
            </a:r>
            <a:r>
              <a:rPr lang="ko-KR" altLang="en-US" sz="1800" dirty="0"/>
              <a:t> 키를 사용해 현재 사용하고 있는 기기를 </a:t>
            </a:r>
            <a:r>
              <a:rPr lang="en-US" altLang="ko-KR" sz="1800" dirty="0"/>
              <a:t>git-hub</a:t>
            </a:r>
            <a:r>
              <a:rPr lang="ko-KR" altLang="en-US" sz="1800" dirty="0"/>
              <a:t>에 인증하는 방식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터미널 창에서 </a:t>
            </a:r>
            <a:r>
              <a:rPr lang="en-US" altLang="ko-KR" sz="1800" dirty="0"/>
              <a:t>git-hub</a:t>
            </a:r>
            <a:r>
              <a:rPr lang="ko-KR" altLang="en-US" sz="1800" dirty="0"/>
              <a:t>사용하다 보면 아이디와 비밀번호를 요구할 때가 많은데</a:t>
            </a:r>
            <a:r>
              <a:rPr lang="en-US" altLang="ko-KR" sz="1800" dirty="0"/>
              <a:t>, </a:t>
            </a:r>
            <a:r>
              <a:rPr lang="ko-KR" altLang="en-US" sz="1800" dirty="0"/>
              <a:t>이 방식을 사용할 경우 자동 로그인 기능이 제공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58369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sz="44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SSH ke</a:t>
            </a:r>
            <a:r>
              <a:rPr lang="en-US" altLang="ko-KR" sz="4400" dirty="0">
                <a:solidFill>
                  <a:srgbClr val="000000"/>
                </a:solidFill>
                <a:latin typeface="Segoe UI" panose="020B0502040204020203" pitchFamily="34" charset="0"/>
              </a:rPr>
              <a:t>y generate</a:t>
            </a:r>
            <a:endParaRPr lang="ko-KR" altLang="en-US" sz="9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 err="1"/>
              <a:t>ssh</a:t>
            </a:r>
            <a:r>
              <a:rPr lang="en-US" altLang="ko-KR" sz="1600" dirty="0"/>
              <a:t>-keygen</a:t>
            </a:r>
            <a:br>
              <a:rPr lang="en-US" altLang="ko-KR" sz="1600" dirty="0"/>
            </a:br>
            <a:r>
              <a:rPr lang="en-US" altLang="ko-KR" sz="1600" dirty="0"/>
              <a:t>=&gt; </a:t>
            </a:r>
            <a:r>
              <a:rPr lang="ko-KR" altLang="en-US" sz="1600" dirty="0"/>
              <a:t>홈 디렉터리 안에 있는 </a:t>
            </a:r>
            <a:r>
              <a:rPr lang="en-US" altLang="ko-KR" sz="1600" dirty="0"/>
              <a:t>.</a:t>
            </a:r>
            <a:r>
              <a:rPr lang="en-US" altLang="ko-KR" sz="1600" dirty="0" err="1"/>
              <a:t>ssh</a:t>
            </a:r>
            <a:r>
              <a:rPr lang="en-US" altLang="ko-KR" sz="1600" dirty="0"/>
              <a:t> </a:t>
            </a:r>
            <a:r>
              <a:rPr lang="ko-KR" altLang="en-US" sz="1600" dirty="0"/>
              <a:t>디렉터리를 만들고 안에 </a:t>
            </a:r>
            <a:r>
              <a:rPr lang="en-US" altLang="ko-KR" sz="1600" dirty="0"/>
              <a:t>private</a:t>
            </a:r>
            <a:r>
              <a:rPr lang="ko-KR" altLang="en-US" sz="1600" dirty="0"/>
              <a:t> </a:t>
            </a:r>
            <a:r>
              <a:rPr lang="en-US" altLang="ko-KR" sz="1600" dirty="0"/>
              <a:t>key</a:t>
            </a:r>
            <a:r>
              <a:rPr lang="ko-KR" altLang="en-US" sz="1600" dirty="0"/>
              <a:t>와 </a:t>
            </a:r>
            <a:r>
              <a:rPr lang="en-US" altLang="ko-KR" sz="1600" dirty="0"/>
              <a:t>public key</a:t>
            </a:r>
            <a:r>
              <a:rPr lang="ko-KR" altLang="en-US" sz="1600" dirty="0"/>
              <a:t>를 저장함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 err="1"/>
              <a:t>id_rsa</a:t>
            </a:r>
            <a:br>
              <a:rPr lang="en-US" altLang="ko-KR" sz="1600" dirty="0"/>
            </a:br>
            <a:r>
              <a:rPr lang="en-US" altLang="ko-KR" sz="1600" dirty="0"/>
              <a:t>-&gt; private key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/>
              <a:t>id_rsa.pub</a:t>
            </a:r>
            <a:br>
              <a:rPr lang="en-US" altLang="ko-KR" sz="1600" dirty="0"/>
            </a:br>
            <a:r>
              <a:rPr lang="en-US" altLang="ko-KR" sz="1600" dirty="0"/>
              <a:t>-&gt; public key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endParaRPr lang="en-US" altLang="ko-KR" sz="16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/>
              <a:t>git-hub</a:t>
            </a:r>
            <a:r>
              <a:rPr lang="ko-KR" altLang="en-US" sz="1600" dirty="0"/>
              <a:t>에서 </a:t>
            </a:r>
            <a:r>
              <a:rPr lang="en-US" altLang="ko-KR" sz="1600" dirty="0"/>
              <a:t>SSH key</a:t>
            </a:r>
            <a:r>
              <a:rPr lang="ko-KR" altLang="en-US" sz="1600" dirty="0"/>
              <a:t>를 저장하는 방법은 인터넷에 검색해보자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80161043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RightStep">
      <a:dk1>
        <a:srgbClr val="000000"/>
      </a:dk1>
      <a:lt1>
        <a:srgbClr val="FFFFFF"/>
      </a:lt1>
      <a:dk2>
        <a:srgbClr val="3C3522"/>
      </a:dk2>
      <a:lt2>
        <a:srgbClr val="E2E6E8"/>
      </a:lt2>
      <a:accent1>
        <a:srgbClr val="CE967C"/>
      </a:accent1>
      <a:accent2>
        <a:srgbClr val="B5A064"/>
      </a:accent2>
      <a:accent3>
        <a:srgbClr val="9DA66C"/>
      </a:accent3>
      <a:accent4>
        <a:srgbClr val="83AF61"/>
      </a:accent4>
      <a:accent5>
        <a:srgbClr val="6CB26B"/>
      </a:accent5>
      <a:accent6>
        <a:srgbClr val="63B283"/>
      </a:accent6>
      <a:hlink>
        <a:srgbClr val="5E899E"/>
      </a:hlink>
      <a:folHlink>
        <a:srgbClr val="7F7F7F"/>
      </a:folHlink>
    </a:clrScheme>
    <a:fontScheme name="Walbaum Light Univers Light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420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Microsoft GothicNeo</vt:lpstr>
      <vt:lpstr>Microsoft GothicNeo Light</vt:lpstr>
      <vt:lpstr>Arial</vt:lpstr>
      <vt:lpstr>Segoe UI</vt:lpstr>
      <vt:lpstr>AngleLinesVTI</vt:lpstr>
      <vt:lpstr>Git-hub  사용법</vt:lpstr>
      <vt:lpstr>What is git-hub?</vt:lpstr>
      <vt:lpstr>What can we do with git-hub</vt:lpstr>
      <vt:lpstr>Connect the local repository to the remote repository</vt:lpstr>
      <vt:lpstr>Upload and download to remote storage</vt:lpstr>
      <vt:lpstr>SSH Remote Access to the git-hub</vt:lpstr>
      <vt:lpstr>SSH key generate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Git-hub  사용법</dc:title>
  <dc:creator>김수민</dc:creator>
  <cp:lastModifiedBy>김수민</cp:lastModifiedBy>
  <cp:revision>29</cp:revision>
  <dcterms:created xsi:type="dcterms:W3CDTF">2021-01-21T17:48:03Z</dcterms:created>
  <dcterms:modified xsi:type="dcterms:W3CDTF">2021-01-23T15:06:39Z</dcterms:modified>
</cp:coreProperties>
</file>