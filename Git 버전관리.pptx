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5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6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6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D4398-84C2-41B8-BF30-3157F7B18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17500-4EF5-4B11-9B97-A263996D3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98" b="1"/>
          <a:stretch/>
        </p:blipFill>
        <p:spPr>
          <a:xfrm>
            <a:off x="20" y="10"/>
            <a:ext cx="9137156" cy="6857989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1E519840-CB5B-442F-AF8C-F848E769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5558" y="-6724"/>
            <a:ext cx="4265457" cy="686873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240216 w 5664007"/>
              <a:gd name="connsiteY0" fmla="*/ 0 h 6857998"/>
              <a:gd name="connsiteX1" fmla="*/ 5664007 w 5664007"/>
              <a:gd name="connsiteY1" fmla="*/ 0 h 6857998"/>
              <a:gd name="connsiteX2" fmla="*/ 5664007 w 5664007"/>
              <a:gd name="connsiteY2" fmla="*/ 6857998 h 6857998"/>
              <a:gd name="connsiteX3" fmla="*/ 0 w 5664007"/>
              <a:gd name="connsiteY3" fmla="*/ 6846045 h 6857998"/>
              <a:gd name="connsiteX4" fmla="*/ 2240216 w 5664007"/>
              <a:gd name="connsiteY4" fmla="*/ 0 h 6857998"/>
              <a:gd name="connsiteX0" fmla="*/ 2170935 w 5594726"/>
              <a:gd name="connsiteY0" fmla="*/ 0 h 6865085"/>
              <a:gd name="connsiteX1" fmla="*/ 5594726 w 5594726"/>
              <a:gd name="connsiteY1" fmla="*/ 0 h 6865085"/>
              <a:gd name="connsiteX2" fmla="*/ 5594726 w 5594726"/>
              <a:gd name="connsiteY2" fmla="*/ 6857998 h 6865085"/>
              <a:gd name="connsiteX3" fmla="*/ 0 w 5594726"/>
              <a:gd name="connsiteY3" fmla="*/ 6865085 h 6865085"/>
              <a:gd name="connsiteX4" fmla="*/ 2170935 w 5594726"/>
              <a:gd name="connsiteY4" fmla="*/ 0 h 6865085"/>
              <a:gd name="connsiteX0" fmla="*/ 1747097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747097 w 5170888"/>
              <a:gd name="connsiteY4" fmla="*/ 0 h 6865085"/>
              <a:gd name="connsiteX0" fmla="*/ 1404766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404766 w 5170888"/>
              <a:gd name="connsiteY4" fmla="*/ 0 h 686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888" h="6865085">
                <a:moveTo>
                  <a:pt x="1404766" y="0"/>
                </a:moveTo>
                <a:lnTo>
                  <a:pt x="5170888" y="0"/>
                </a:lnTo>
                <a:lnTo>
                  <a:pt x="5170888" y="6857998"/>
                </a:lnTo>
                <a:lnTo>
                  <a:pt x="0" y="6865085"/>
                </a:lnTo>
                <a:lnTo>
                  <a:pt x="1404766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4D051A-6DF9-45BB-809B-66AA55667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4880" y="3025587"/>
            <a:ext cx="3153720" cy="2985247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dirty="0"/>
              <a:t>Git-hub  </a:t>
            </a:r>
            <a:r>
              <a:rPr lang="ko-KR" altLang="en-US" sz="4400" dirty="0"/>
              <a:t>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72912F-C883-4C44-AD3B-243AE2D34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176" y="1116873"/>
            <a:ext cx="2521424" cy="1520669"/>
          </a:xfrm>
        </p:spPr>
        <p:txBody>
          <a:bodyPr>
            <a:normAutofit/>
          </a:bodyPr>
          <a:lstStyle/>
          <a:p>
            <a:pPr algn="r"/>
            <a:r>
              <a:rPr lang="en-US" altLang="ko-KR" sz="1600" dirty="0"/>
              <a:t>2. </a:t>
            </a:r>
            <a:r>
              <a:rPr lang="ko-KR" altLang="en-US" sz="1600" dirty="0"/>
              <a:t>깃으로 버전관리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EF422-3076-48F2-A38B-7CA85177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31959" y="0"/>
            <a:ext cx="5279056" cy="777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96548C-21A4-493D-B220-64E89F1E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81082" y="-6724"/>
            <a:ext cx="2279175" cy="68647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C7BFA7-A9CA-4D30-A617-4BADB6B0AA83}"/>
              </a:ext>
            </a:extLst>
          </p:cNvPr>
          <p:cNvSpPr txBox="1"/>
          <p:nvPr/>
        </p:nvSpPr>
        <p:spPr>
          <a:xfrm>
            <a:off x="9249821" y="6473478"/>
            <a:ext cx="315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Semi developer Kim</a:t>
            </a:r>
            <a:r>
              <a:rPr lang="ko-KR" altLang="en-US" dirty="0"/>
              <a:t> </a:t>
            </a:r>
            <a:r>
              <a:rPr lang="en-US" altLang="ko-KR" dirty="0" err="1"/>
              <a:t>sumin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3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</a:t>
            </a:r>
            <a:r>
              <a:rPr lang="en-US" altLang="ko-KR" dirty="0"/>
              <a:t> </a:t>
            </a:r>
            <a:r>
              <a:rPr lang="ko-KR" altLang="en-US" dirty="0"/>
              <a:t>저장소 만들기 </a:t>
            </a:r>
            <a:r>
              <a:rPr lang="en-US" altLang="ko-KR" dirty="0"/>
              <a:t>(</a:t>
            </a:r>
            <a:r>
              <a:rPr lang="ko-KR" altLang="en-US" dirty="0"/>
              <a:t>깃 초기화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$ git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현재 디렉토리에 </a:t>
            </a:r>
            <a:r>
              <a:rPr lang="en-US" altLang="ko-KR" dirty="0"/>
              <a:t>.git </a:t>
            </a:r>
            <a:r>
              <a:rPr lang="ko-KR" altLang="en-US" dirty="0"/>
              <a:t>저장소를 생성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이후에 이 디렉토리에서 </a:t>
            </a:r>
            <a:r>
              <a:rPr lang="en-US" altLang="ko-KR" dirty="0"/>
              <a:t>git</a:t>
            </a:r>
            <a:r>
              <a:rPr lang="ko-KR" altLang="en-US" dirty="0"/>
              <a:t>을 사용할 수 있음</a:t>
            </a:r>
            <a:br>
              <a:rPr lang="en-US" altLang="ko-KR" dirty="0"/>
            </a:br>
            <a:r>
              <a:rPr lang="en-US" altLang="ko-KR" dirty="0"/>
              <a:t>=&gt; git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디렉토리 </a:t>
            </a:r>
            <a:r>
              <a:rPr lang="en-US" altLang="ko-KR" dirty="0"/>
              <a:t>:=&gt; </a:t>
            </a:r>
            <a:r>
              <a:rPr lang="ko-KR" altLang="en-US" dirty="0"/>
              <a:t>디렉토리를 새로 생성하고 안에 </a:t>
            </a:r>
            <a:r>
              <a:rPr lang="en-US" altLang="ko-KR" dirty="0"/>
              <a:t>.git</a:t>
            </a:r>
            <a:r>
              <a:rPr lang="ko-KR" altLang="en-US" dirty="0"/>
              <a:t>도 동시에 생성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=&gt; .git </a:t>
            </a:r>
            <a:r>
              <a:rPr lang="ko-KR" altLang="en-US" dirty="0"/>
              <a:t>디렉토리는 숨겨져 있음</a:t>
            </a: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확인하려면 </a:t>
            </a:r>
            <a:r>
              <a:rPr lang="en-US" altLang="ko-KR" dirty="0"/>
              <a:t>ls -la</a:t>
            </a:r>
            <a:r>
              <a:rPr lang="ko-KR" altLang="en-US" dirty="0"/>
              <a:t>를 입력하여 확인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750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깃에서 버전 만들기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ko-KR" altLang="en-US" dirty="0"/>
              <a:t>깃에서 버전이란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문서를 수정하고 저장할 때마다 생기는 것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깃을 사용할 경우 만든 시간과 수정 내용까지 기록 할 수 있음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파일  이름은 그대로 유지하며 파일에서 무엇을 변경했는지 변경 시점마다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저장 가능함</a:t>
            </a:r>
            <a:r>
              <a:rPr lang="en-US" altLang="ko-KR" dirty="0"/>
              <a:t>.  =&gt; </a:t>
            </a:r>
            <a:r>
              <a:rPr lang="ko-KR" altLang="en-US" dirty="0"/>
              <a:t>오류 발견 시</a:t>
            </a:r>
            <a:r>
              <a:rPr lang="en-US" altLang="ko-KR" dirty="0"/>
              <a:t>, </a:t>
            </a:r>
            <a:r>
              <a:rPr lang="ko-KR" altLang="en-US" dirty="0"/>
              <a:t>이전 버전으로 돌아갈 수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309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깃에서 버전 만들기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ko-KR" altLang="en-US" dirty="0"/>
              <a:t>스테이지와 </a:t>
            </a:r>
            <a:r>
              <a:rPr lang="ko-KR" altLang="en-US" dirty="0" err="1"/>
              <a:t>커밋</a:t>
            </a:r>
            <a:r>
              <a:rPr lang="ko-KR" altLang="en-US" dirty="0"/>
              <a:t> 이해하기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작업 트리</a:t>
            </a:r>
            <a:r>
              <a:rPr lang="en-US" altLang="ko-KR" dirty="0"/>
              <a:t> : </a:t>
            </a:r>
            <a:r>
              <a:rPr lang="ko-KR" altLang="en-US" dirty="0"/>
              <a:t>파일 수정</a:t>
            </a:r>
            <a:r>
              <a:rPr lang="en-US" altLang="ko-KR" dirty="0"/>
              <a:t>, </a:t>
            </a:r>
            <a:r>
              <a:rPr lang="ko-KR" altLang="en-US" dirty="0"/>
              <a:t>저장 등의 작업을 하는 디렉터리</a:t>
            </a:r>
            <a:br>
              <a:rPr lang="en-US" altLang="ko-KR" dirty="0"/>
            </a:br>
            <a:r>
              <a:rPr lang="en-US" altLang="ko-KR" dirty="0"/>
              <a:t>	=&gt; git</a:t>
            </a:r>
            <a:r>
              <a:rPr lang="ko-KR" altLang="en-US" dirty="0"/>
              <a:t> </a:t>
            </a:r>
            <a:r>
              <a:rPr lang="en-US" altLang="ko-KR" dirty="0" err="1"/>
              <a:t>init</a:t>
            </a:r>
            <a:r>
              <a:rPr lang="ko-KR" altLang="en-US" dirty="0"/>
              <a:t>로 </a:t>
            </a:r>
            <a:r>
              <a:rPr lang="en-US" altLang="ko-KR" dirty="0"/>
              <a:t>.git</a:t>
            </a:r>
            <a:r>
              <a:rPr lang="ko-KR" altLang="en-US" dirty="0"/>
              <a:t>을 생성한 디렉터리를 의미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스테이지 </a:t>
            </a:r>
            <a:r>
              <a:rPr lang="en-US" altLang="ko-KR" dirty="0"/>
              <a:t>: </a:t>
            </a:r>
            <a:r>
              <a:rPr lang="ko-KR" altLang="en-US" dirty="0"/>
              <a:t>버전으로 만들 파일이 대기하는 곳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저장소 </a:t>
            </a:r>
            <a:r>
              <a:rPr lang="en-US" altLang="ko-KR" dirty="0"/>
              <a:t>: </a:t>
            </a:r>
            <a:r>
              <a:rPr lang="ko-KR" altLang="en-US" dirty="0"/>
              <a:t>스테이지에서 대기하고 있던 파일들을 버전으로 만들어 </a:t>
            </a:r>
            <a:br>
              <a:rPr lang="en-US" altLang="ko-KR" dirty="0"/>
            </a:br>
            <a:r>
              <a:rPr lang="en-US" altLang="ko-KR" dirty="0"/>
              <a:t>	        </a:t>
            </a:r>
            <a:r>
              <a:rPr lang="ko-KR" altLang="en-US" dirty="0"/>
              <a:t>저장하는 곳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스테이지와 저장소는 </a:t>
            </a:r>
            <a:r>
              <a:rPr lang="en-US" altLang="ko-KR" dirty="0"/>
              <a:t>.git </a:t>
            </a:r>
            <a:r>
              <a:rPr lang="ko-KR" altLang="en-US" dirty="0"/>
              <a:t>디렉터리 안에 존재함</a:t>
            </a:r>
            <a:r>
              <a:rPr lang="en-US" altLang="ko-KR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1849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깃에서 버전 만들기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 </a:t>
            </a:r>
            <a:r>
              <a:rPr lang="ko-KR" altLang="en-US" dirty="0"/>
              <a:t>작업 순서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우선 작업 트리에서 파일을 편집을 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버전으로 만들고 싶을 때 스테이지에 넣는다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파일 수정을 끝내고 스테이지에 다 넣었다면 깃에게 </a:t>
            </a:r>
            <a:r>
              <a:rPr lang="en-US" altLang="ko-KR" dirty="0"/>
              <a:t>commit</a:t>
            </a:r>
            <a:r>
              <a:rPr lang="ko-KR" altLang="en-US" dirty="0"/>
              <a:t> 명령을 내림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새로운 버전이 생성되면서 스테이지에 대기하던 파일들이 모두 저장소에 저장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123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트리에서 </a:t>
            </a:r>
            <a:r>
              <a:rPr lang="en-US" altLang="ko-KR" dirty="0"/>
              <a:t>vim</a:t>
            </a:r>
            <a:r>
              <a:rPr lang="ko-KR" altLang="en-US" dirty="0"/>
              <a:t>으로 문서 수정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git status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깃 상태를 확인함 </a:t>
            </a:r>
            <a:br>
              <a:rPr lang="en-US" altLang="ko-KR" dirty="0"/>
            </a:br>
            <a:r>
              <a:rPr lang="en-US" altLang="ko-KR" dirty="0"/>
              <a:t>=&gt; On branch master : </a:t>
            </a:r>
            <a:r>
              <a:rPr lang="ko-KR" altLang="en-US" dirty="0"/>
              <a:t>현재 </a:t>
            </a:r>
            <a:r>
              <a:rPr lang="en-US" altLang="ko-KR" dirty="0"/>
              <a:t>master branch</a:t>
            </a:r>
            <a:r>
              <a:rPr lang="ko-KR" altLang="en-US" dirty="0"/>
              <a:t>에 있음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=&gt; No commits yet : </a:t>
            </a:r>
            <a:r>
              <a:rPr lang="ko-KR" altLang="en-US" dirty="0"/>
              <a:t>아직 커밋한 파일이 없음</a:t>
            </a:r>
            <a:br>
              <a:rPr lang="en-US" altLang="ko-KR" dirty="0"/>
            </a:br>
            <a:r>
              <a:rPr lang="en-US" altLang="ko-KR" dirty="0"/>
              <a:t>=&gt; nothing to commit : </a:t>
            </a:r>
            <a:r>
              <a:rPr lang="ko-KR" altLang="en-US" dirty="0"/>
              <a:t>현재 커밋한 파일이 없음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031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수정한 파일 </a:t>
            </a:r>
            <a:r>
              <a:rPr lang="en-US" altLang="ko-KR" dirty="0"/>
              <a:t>staging, commit</a:t>
            </a:r>
            <a:r>
              <a:rPr lang="ko-KR" altLang="en-US" dirty="0"/>
              <a:t>하기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git add </a:t>
            </a:r>
            <a:r>
              <a:rPr lang="ko-KR" altLang="en-US" dirty="0"/>
              <a:t>파일이름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파일을 편집한 이후에 </a:t>
            </a:r>
            <a:r>
              <a:rPr lang="en-US" altLang="ko-KR" dirty="0"/>
              <a:t>staging</a:t>
            </a:r>
            <a:r>
              <a:rPr lang="ko-KR" altLang="en-US" dirty="0"/>
              <a:t> 하는 것 </a:t>
            </a:r>
            <a:r>
              <a:rPr lang="en-US" altLang="ko-KR" dirty="0"/>
              <a:t>("</a:t>
            </a:r>
            <a:r>
              <a:rPr lang="ko-KR" altLang="en-US" dirty="0"/>
              <a:t>스테이지에 올린다</a:t>
            </a:r>
            <a:r>
              <a:rPr lang="en-US" altLang="ko-KR" dirty="0"/>
              <a:t>.” </a:t>
            </a:r>
            <a:r>
              <a:rPr lang="ko-KR" altLang="en-US" dirty="0"/>
              <a:t>라고 표현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 git commit –m “ commit</a:t>
            </a:r>
            <a:r>
              <a:rPr lang="ko-KR" altLang="en-US" dirty="0"/>
              <a:t> 메시지</a:t>
            </a:r>
            <a:r>
              <a:rPr lang="en-US" altLang="ko-KR" dirty="0"/>
              <a:t>“ ( -m : commit</a:t>
            </a:r>
            <a:r>
              <a:rPr lang="ko-KR" altLang="en-US" dirty="0"/>
              <a:t>과 함께 저장할 작성 가능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스테이지에 있는 파일들을 저장소에 저장 </a:t>
            </a:r>
            <a:endParaRPr lang="en-US" altLang="ko-KR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git commit --amend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방금 커밋한 메시지 수정 </a:t>
            </a:r>
            <a:r>
              <a:rPr lang="en-US" altLang="ko-KR" dirty="0"/>
              <a:t>(</a:t>
            </a:r>
            <a:r>
              <a:rPr lang="ko-KR" altLang="en-US" dirty="0"/>
              <a:t>입력모드에서 메시지 수정가능</a:t>
            </a:r>
            <a:r>
              <a:rPr lang="en-US" altLang="ko-KR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49629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staging, commit </a:t>
            </a:r>
            <a:r>
              <a:rPr lang="ko-KR" altLang="en-US" dirty="0"/>
              <a:t>한번에 하기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/>
              <a:t>git commit –am “commit message”</a:t>
            </a:r>
            <a:br>
              <a:rPr lang="en-US" altLang="ko-KR" dirty="0"/>
            </a:br>
            <a:r>
              <a:rPr lang="en-US" altLang="ko-KR" dirty="0"/>
              <a:t>-&gt; staging</a:t>
            </a:r>
            <a:r>
              <a:rPr lang="ko-KR" altLang="en-US" dirty="0"/>
              <a:t>과 </a:t>
            </a:r>
            <a:r>
              <a:rPr lang="en-US" altLang="ko-KR" dirty="0"/>
              <a:t>commit </a:t>
            </a:r>
            <a:r>
              <a:rPr lang="ko-KR" altLang="en-US" dirty="0"/>
              <a:t>을 한번에 진행 </a:t>
            </a: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sz="2000" dirty="0">
                <a:solidFill>
                  <a:srgbClr val="FF0000"/>
                </a:solidFill>
              </a:rPr>
              <a:t>단 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한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번이라도 </a:t>
            </a:r>
            <a:r>
              <a:rPr lang="en-US" altLang="ko-KR" sz="2000" dirty="0">
                <a:solidFill>
                  <a:srgbClr val="FF0000"/>
                </a:solidFill>
              </a:rPr>
              <a:t>commit</a:t>
            </a:r>
            <a:r>
              <a:rPr lang="ko-KR" altLang="en-US" sz="2000" dirty="0">
                <a:solidFill>
                  <a:srgbClr val="FF0000"/>
                </a:solidFill>
              </a:rPr>
              <a:t>한 적이 있는 파일을 다시 </a:t>
            </a:r>
            <a:r>
              <a:rPr lang="en-US" altLang="ko-KR" sz="2000" dirty="0">
                <a:solidFill>
                  <a:srgbClr val="FF0000"/>
                </a:solidFill>
              </a:rPr>
              <a:t>commit</a:t>
            </a:r>
            <a:r>
              <a:rPr lang="ko-KR" altLang="en-US" sz="2000" dirty="0">
                <a:solidFill>
                  <a:srgbClr val="FF0000"/>
                </a:solidFill>
              </a:rPr>
              <a:t>할 때 만 사용가능 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dirty="0">
                <a:solidFill>
                  <a:schemeClr val="tx1"/>
                </a:solidFill>
              </a:rPr>
              <a:t>git diff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변경 사항 확인하기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-&gt;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작업 트리에 있는 파일과 스테이지에 있는 파일을 비교하거나</a:t>
            </a:r>
            <a:r>
              <a:rPr lang="en-US" altLang="ko-KR" sz="2000" dirty="0">
                <a:solidFill>
                  <a:schemeClr val="tx1"/>
                </a:solidFill>
              </a:rPr>
              <a:t>,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    </a:t>
            </a:r>
            <a:r>
              <a:rPr lang="ko-KR" altLang="en-US" sz="2000" dirty="0">
                <a:solidFill>
                  <a:schemeClr val="tx1"/>
                </a:solidFill>
              </a:rPr>
              <a:t>스테이지에 있는 파일과 저장소에 있는 최신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을 비교하여</a:t>
            </a:r>
            <a:r>
              <a:rPr lang="en-US" altLang="ko-KR" sz="2000" dirty="0">
                <a:solidFill>
                  <a:schemeClr val="tx1"/>
                </a:solidFill>
              </a:rPr>
              <a:t>,  </a:t>
            </a:r>
            <a:r>
              <a:rPr lang="ko-KR" altLang="en-US" sz="2000" dirty="0">
                <a:solidFill>
                  <a:schemeClr val="tx1"/>
                </a:solidFill>
              </a:rPr>
              <a:t>수정한 파일을 </a:t>
            </a:r>
            <a:r>
              <a:rPr lang="en-US" altLang="ko-KR" sz="2000" dirty="0">
                <a:solidFill>
                  <a:schemeClr val="tx1"/>
                </a:solidFill>
              </a:rPr>
              <a:t>commit </a:t>
            </a:r>
            <a:r>
              <a:rPr lang="ko-KR" altLang="en-US" sz="2000" dirty="0">
                <a:solidFill>
                  <a:schemeClr val="tx1"/>
                </a:solidFill>
              </a:rPr>
              <a:t>하기 전 최종적으로 검토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758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B8202-A4B4-4FCB-A9EA-7E8166A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Log </a:t>
            </a:r>
            <a:r>
              <a:rPr lang="ko-KR" altLang="en-US" dirty="0"/>
              <a:t>확인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C433E5-ABC7-4D7C-8BE0-E83F5644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Git log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저장소에 저장된 버전을 확인할 때 입력 </a:t>
            </a:r>
            <a:br>
              <a:rPr lang="en-US" altLang="ko-KR" dirty="0"/>
            </a:br>
            <a:r>
              <a:rPr lang="en-US" altLang="ko-KR" dirty="0"/>
              <a:t>-&gt; commit  </a:t>
            </a:r>
            <a:r>
              <a:rPr lang="ko-KR" altLang="en-US" dirty="0"/>
              <a:t>내용 확인할 때 사용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112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Tracked </a:t>
            </a:r>
            <a:r>
              <a:rPr lang="ko-KR" altLang="en-US" dirty="0"/>
              <a:t>파일과 </a:t>
            </a:r>
            <a:r>
              <a:rPr lang="en-US" altLang="ko-KR" dirty="0"/>
              <a:t>Untracked </a:t>
            </a:r>
            <a:r>
              <a:rPr lang="ko-KR" altLang="en-US" dirty="0"/>
              <a:t>파일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Tracked </a:t>
            </a:r>
            <a:r>
              <a:rPr lang="ko-KR" altLang="en-US" sz="2000" dirty="0">
                <a:solidFill>
                  <a:schemeClr val="tx1"/>
                </a:solidFill>
              </a:rPr>
              <a:t>파일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-&gt; git</a:t>
            </a:r>
            <a:r>
              <a:rPr lang="ko-KR" altLang="en-US" sz="2000" dirty="0">
                <a:solidFill>
                  <a:schemeClr val="tx1"/>
                </a:solidFill>
              </a:rPr>
              <a:t>은 한 번이라도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을 하면 수정 여부를 계속 추적함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=&gt; </a:t>
            </a:r>
            <a:r>
              <a:rPr lang="ko-KR" altLang="en-US" sz="2000" dirty="0">
                <a:solidFill>
                  <a:schemeClr val="tx1"/>
                </a:solidFill>
              </a:rPr>
              <a:t>변경 후 저장한 다음 </a:t>
            </a:r>
            <a:r>
              <a:rPr lang="en-US" altLang="ko-KR" sz="2000" dirty="0">
                <a:solidFill>
                  <a:schemeClr val="tx1"/>
                </a:solidFill>
              </a:rPr>
              <a:t>git status</a:t>
            </a:r>
            <a:r>
              <a:rPr lang="ko-KR" altLang="en-US" sz="2000" dirty="0">
                <a:solidFill>
                  <a:schemeClr val="tx1"/>
                </a:solidFill>
              </a:rPr>
              <a:t>로 상태를 확인 하면 </a:t>
            </a:r>
            <a:r>
              <a:rPr lang="en-US" altLang="ko-KR" sz="2000" dirty="0">
                <a:solidFill>
                  <a:schemeClr val="tx1"/>
                </a:solidFill>
              </a:rPr>
              <a:t>modified : </a:t>
            </a:r>
            <a:r>
              <a:rPr lang="ko-KR" altLang="en-US" sz="2000" dirty="0">
                <a:solidFill>
                  <a:schemeClr val="tx1"/>
                </a:solidFill>
              </a:rPr>
              <a:t>파일 이라고 뜸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 Untracked </a:t>
            </a:r>
            <a:r>
              <a:rPr lang="ko-KR" altLang="en-US" sz="2000" dirty="0">
                <a:solidFill>
                  <a:schemeClr val="tx1"/>
                </a:solidFill>
              </a:rPr>
              <a:t>파일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-&gt; commit</a:t>
            </a:r>
            <a:r>
              <a:rPr lang="ko-KR" altLang="en-US" sz="2000" dirty="0">
                <a:solidFill>
                  <a:schemeClr val="tx1"/>
                </a:solidFill>
              </a:rPr>
              <a:t>을 한번도 하지 않은 파일을 나타냄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 git log --stat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- commit</a:t>
            </a:r>
            <a:r>
              <a:rPr lang="ko-KR" altLang="en-US" sz="2000" dirty="0">
                <a:solidFill>
                  <a:schemeClr val="tx1"/>
                </a:solidFill>
              </a:rPr>
              <a:t>에 관련된 파일까지 함께 살펴보기 위해 사용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- log</a:t>
            </a:r>
            <a:r>
              <a:rPr lang="ko-KR" altLang="en-US" sz="2000" dirty="0">
                <a:solidFill>
                  <a:schemeClr val="tx1"/>
                </a:solidFill>
              </a:rPr>
              <a:t>가 너무 많을 시 </a:t>
            </a:r>
            <a:r>
              <a:rPr lang="en-US" altLang="ko-KR" sz="2000" dirty="0">
                <a:solidFill>
                  <a:schemeClr val="tx1"/>
                </a:solidFill>
              </a:rPr>
              <a:t>enter</a:t>
            </a:r>
            <a:r>
              <a:rPr lang="ko-KR" altLang="en-US" sz="2000" dirty="0">
                <a:solidFill>
                  <a:schemeClr val="tx1"/>
                </a:solidFill>
              </a:rPr>
              <a:t>를 누르면 다음 로그 화면이 나오고 </a:t>
            </a:r>
            <a:r>
              <a:rPr lang="en-US" altLang="ko-KR" sz="2000" dirty="0">
                <a:solidFill>
                  <a:schemeClr val="tx1"/>
                </a:solidFill>
              </a:rPr>
              <a:t>Q</a:t>
            </a:r>
            <a:r>
              <a:rPr lang="ko-KR" altLang="en-US" sz="2000" dirty="0">
                <a:solidFill>
                  <a:schemeClr val="tx1"/>
                </a:solidFill>
              </a:rPr>
              <a:t>를 누르면 로그 화면을 빠져 나옴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91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unmodified, modified, staged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unmodified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파일 수정하기 이전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modified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파일 수정한 이후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staged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changes not staged for commit : commit</a:t>
            </a:r>
            <a:r>
              <a:rPr lang="ko-KR" altLang="en-US" sz="2000" dirty="0">
                <a:solidFill>
                  <a:schemeClr val="tx1"/>
                </a:solidFill>
              </a:rPr>
              <a:t>을 할 만한 파일이 </a:t>
            </a:r>
            <a:r>
              <a:rPr lang="en-US" altLang="ko-KR" sz="2000" dirty="0">
                <a:solidFill>
                  <a:schemeClr val="tx1"/>
                </a:solidFill>
              </a:rPr>
              <a:t>stage</a:t>
            </a:r>
            <a:r>
              <a:rPr lang="ko-KR" altLang="en-US" sz="2000" dirty="0">
                <a:solidFill>
                  <a:schemeClr val="tx1"/>
                </a:solidFill>
              </a:rPr>
              <a:t>에 없음 </a:t>
            </a:r>
            <a:r>
              <a:rPr lang="en-US" altLang="ko-KR" sz="2000" dirty="0">
                <a:solidFill>
                  <a:schemeClr val="tx1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3567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되돌리기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git checkout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작업 트리에서 수정한 파일 되돌리기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ex ) git checkout -- hello.txt == get checkout --hello</a:t>
            </a:r>
            <a:r>
              <a:rPr lang="ko-KR" altLang="en-US" sz="2000" dirty="0">
                <a:solidFill>
                  <a:schemeClr val="tx1"/>
                </a:solidFill>
              </a:rPr>
              <a:t>* 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알아서 찾아 줌</a:t>
            </a:r>
            <a:r>
              <a:rPr lang="en-US" altLang="ko-KR" sz="20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git reset HEAD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staging</a:t>
            </a:r>
            <a:r>
              <a:rPr lang="ko-KR" altLang="en-US" sz="2000" dirty="0">
                <a:solidFill>
                  <a:schemeClr val="tx1"/>
                </a:solidFill>
              </a:rPr>
              <a:t> 되돌리기 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스테이지에서 내리기 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ex )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git reset HEAD hello2.txt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git reset HEAD^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가장 마지막에 한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을  취소하는 방법 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485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되돌리기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git reset commit hash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특정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으로 되돌림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=&gt; commit hash </a:t>
            </a:r>
            <a:r>
              <a:rPr lang="ko-KR" altLang="en-US" sz="2000" dirty="0">
                <a:solidFill>
                  <a:schemeClr val="tx1"/>
                </a:solidFill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</a:rPr>
              <a:t>git log</a:t>
            </a:r>
            <a:r>
              <a:rPr lang="ko-KR" altLang="en-US" sz="2000" dirty="0">
                <a:solidFill>
                  <a:schemeClr val="tx1"/>
                </a:solidFill>
              </a:rPr>
              <a:t> 입력 후 나오는 </a:t>
            </a:r>
            <a:r>
              <a:rPr lang="en-US" altLang="ko-KR" sz="2000" dirty="0">
                <a:solidFill>
                  <a:schemeClr val="tx1"/>
                </a:solidFill>
              </a:rPr>
              <a:t>commit </a:t>
            </a:r>
            <a:r>
              <a:rPr lang="ko-KR" altLang="en-US" sz="2000" dirty="0">
                <a:solidFill>
                  <a:schemeClr val="tx1"/>
                </a:solidFill>
              </a:rPr>
              <a:t>들에 이상한 수와 문자배열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ex) git reset --hard </a:t>
            </a:r>
            <a:r>
              <a:rPr lang="ko-KR" altLang="en-US" sz="2000" dirty="0">
                <a:solidFill>
                  <a:schemeClr val="tx1"/>
                </a:solidFill>
              </a:rPr>
              <a:t>복사한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hash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=&gt;</a:t>
            </a:r>
            <a:r>
              <a:rPr lang="ko-KR" altLang="en-US" sz="2000" dirty="0">
                <a:solidFill>
                  <a:schemeClr val="tx1"/>
                </a:solidFill>
              </a:rPr>
              <a:t>최신 </a:t>
            </a:r>
            <a:r>
              <a:rPr lang="en-US" altLang="ko-KR" sz="2000" dirty="0">
                <a:solidFill>
                  <a:schemeClr val="tx1"/>
                </a:solidFill>
              </a:rPr>
              <a:t>commit </a:t>
            </a:r>
            <a:r>
              <a:rPr lang="ko-KR" altLang="en-US" sz="2000" dirty="0">
                <a:solidFill>
                  <a:schemeClr val="tx1"/>
                </a:solidFill>
              </a:rPr>
              <a:t>과 이동하려는 </a:t>
            </a:r>
            <a:r>
              <a:rPr lang="en-US" altLang="ko-KR" sz="2000" dirty="0">
                <a:solidFill>
                  <a:schemeClr val="tx1"/>
                </a:solidFill>
              </a:rPr>
              <a:t>commit </a:t>
            </a:r>
            <a:r>
              <a:rPr lang="ko-KR" altLang="en-US" sz="2000" dirty="0">
                <a:solidFill>
                  <a:schemeClr val="tx1"/>
                </a:solidFill>
              </a:rPr>
              <a:t>사이의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들 모두 제거됨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905E9715-36F5-47CD-8738-E66B35F3D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880802"/>
              </p:ext>
            </p:extLst>
          </p:nvPr>
        </p:nvGraphicFramePr>
        <p:xfrm>
          <a:off x="1470526" y="4350873"/>
          <a:ext cx="9906000" cy="1752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18060">
                  <a:extLst>
                    <a:ext uri="{9D8B030D-6E8A-4147-A177-3AD203B41FA5}">
                      <a16:colId xmlns:a16="http://schemas.microsoft.com/office/drawing/2014/main" val="2125966061"/>
                    </a:ext>
                  </a:extLst>
                </a:gridCol>
                <a:gridCol w="7787940">
                  <a:extLst>
                    <a:ext uri="{9D8B030D-6E8A-4147-A177-3AD203B41FA5}">
                      <a16:colId xmlns:a16="http://schemas.microsoft.com/office/drawing/2014/main" val="375119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명령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 </a:t>
                      </a:r>
                      <a:r>
                        <a:rPr lang="en-US" altLang="ko-KR" dirty="0"/>
                        <a:t>(git reset </a:t>
                      </a:r>
                      <a:r>
                        <a:rPr lang="ko-KR" altLang="en-US" dirty="0"/>
                        <a:t>명령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71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--soft HEAD^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 </a:t>
                      </a:r>
                      <a:r>
                        <a:rPr lang="en-US" altLang="ko-KR" dirty="0"/>
                        <a:t>commit</a:t>
                      </a:r>
                      <a:r>
                        <a:rPr lang="ko-KR" altLang="en-US" dirty="0"/>
                        <a:t>을 하기 전 상태로 작업 트리를 되돌림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41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--mixed HEAD^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 </a:t>
                      </a:r>
                      <a:r>
                        <a:rPr lang="en-US" altLang="ko-KR" dirty="0"/>
                        <a:t>commit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staging</a:t>
                      </a:r>
                      <a:r>
                        <a:rPr lang="ko-KR" altLang="en-US" dirty="0"/>
                        <a:t>하기 전 상태로 작업 트리를 되돌림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Default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885551"/>
                  </a:ext>
                </a:extLst>
              </a:tr>
              <a:tr h="1954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--hard HEAD^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 </a:t>
                      </a:r>
                      <a:r>
                        <a:rPr lang="en-US" altLang="ko-KR" dirty="0"/>
                        <a:t>commit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staging, </a:t>
                      </a:r>
                      <a:r>
                        <a:rPr lang="ko-KR" altLang="en-US" dirty="0"/>
                        <a:t>파일 수정을 하기 전 상태로 작업 트리를 되돌림 </a:t>
                      </a:r>
                      <a:br>
                        <a:rPr lang="en-US" altLang="ko-KR" dirty="0"/>
                      </a:b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복구 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437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291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되돌리기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809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>
                <a:solidFill>
                  <a:schemeClr val="tx1"/>
                </a:solidFill>
              </a:rPr>
              <a:t>git revert </a:t>
            </a:r>
            <a:r>
              <a:rPr lang="ko-KR" altLang="en-US" sz="2000" dirty="0">
                <a:solidFill>
                  <a:schemeClr val="tx1"/>
                </a:solidFill>
              </a:rPr>
              <a:t>복사한 </a:t>
            </a:r>
            <a:r>
              <a:rPr lang="en-US" altLang="ko-KR" sz="2000" dirty="0">
                <a:solidFill>
                  <a:schemeClr val="tx1"/>
                </a:solidFill>
              </a:rPr>
              <a:t>commit hash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: commit </a:t>
            </a:r>
            <a:r>
              <a:rPr lang="ko-KR" altLang="en-US" sz="2000" dirty="0">
                <a:solidFill>
                  <a:schemeClr val="tx1"/>
                </a:solidFill>
              </a:rPr>
              <a:t>삭제하지 않고 되돌리기 </a:t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>-&gt; commit</a:t>
            </a:r>
            <a:r>
              <a:rPr lang="ko-KR" altLang="en-US" sz="2000" dirty="0">
                <a:solidFill>
                  <a:schemeClr val="tx1"/>
                </a:solidFill>
              </a:rPr>
              <a:t>을 되돌리더라도 최소한 </a:t>
            </a:r>
            <a:r>
              <a:rPr lang="en-US" altLang="ko-KR" sz="2000" dirty="0">
                <a:solidFill>
                  <a:schemeClr val="tx1"/>
                </a:solidFill>
              </a:rPr>
              <a:t>commit</a:t>
            </a:r>
            <a:r>
              <a:rPr lang="ko-KR" altLang="en-US" sz="2000" dirty="0">
                <a:solidFill>
                  <a:schemeClr val="tx1"/>
                </a:solidFill>
              </a:rPr>
              <a:t>은 남겨두어야 할 때 </a:t>
            </a:r>
            <a:r>
              <a:rPr lang="en-US" altLang="ko-KR" sz="2000" dirty="0">
                <a:solidFill>
                  <a:schemeClr val="tx1"/>
                </a:solidFill>
              </a:rPr>
              <a:t>revert </a:t>
            </a:r>
            <a:r>
              <a:rPr lang="ko-KR" altLang="en-US" sz="2000" dirty="0">
                <a:solidFill>
                  <a:schemeClr val="tx1"/>
                </a:solidFill>
              </a:rPr>
              <a:t>사용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744596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RightStep">
      <a:dk1>
        <a:srgbClr val="000000"/>
      </a:dk1>
      <a:lt1>
        <a:srgbClr val="FFFFFF"/>
      </a:lt1>
      <a:dk2>
        <a:srgbClr val="3C3522"/>
      </a:dk2>
      <a:lt2>
        <a:srgbClr val="E2E6E8"/>
      </a:lt2>
      <a:accent1>
        <a:srgbClr val="CE967C"/>
      </a:accent1>
      <a:accent2>
        <a:srgbClr val="B5A064"/>
      </a:accent2>
      <a:accent3>
        <a:srgbClr val="9DA66C"/>
      </a:accent3>
      <a:accent4>
        <a:srgbClr val="83AF61"/>
      </a:accent4>
      <a:accent5>
        <a:srgbClr val="6CB26B"/>
      </a:accent5>
      <a:accent6>
        <a:srgbClr val="63B283"/>
      </a:accent6>
      <a:hlink>
        <a:srgbClr val="5E899E"/>
      </a:hlink>
      <a:folHlink>
        <a:srgbClr val="7F7F7F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753</Words>
  <Application>Microsoft Office PowerPoint</Application>
  <PresentationFormat>와이드스크린</PresentationFormat>
  <Paragraphs>49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Microsoft GothicNeo</vt:lpstr>
      <vt:lpstr>Microsoft GothicNeo Light</vt:lpstr>
      <vt:lpstr>Arial</vt:lpstr>
      <vt:lpstr>AngleLinesVTI</vt:lpstr>
      <vt:lpstr>Git-hub  사용법</vt:lpstr>
      <vt:lpstr>깃 저장소 만들기 (깃 초기화)</vt:lpstr>
      <vt:lpstr>깃에서 버전 만들기</vt:lpstr>
      <vt:lpstr>깃에서 버전 만들기</vt:lpstr>
      <vt:lpstr>깃에서 버전 만들기</vt:lpstr>
      <vt:lpstr>작업 트리에서 vim으로 문서 수정</vt:lpstr>
      <vt:lpstr>수정한 파일 staging, commit하기</vt:lpstr>
      <vt:lpstr>staging, commit 한번에 하기</vt:lpstr>
      <vt:lpstr>Git Log 확인 </vt:lpstr>
      <vt:lpstr>Tracked 파일과 Untracked 파일</vt:lpstr>
      <vt:lpstr>unmodified, modified, staged</vt:lpstr>
      <vt:lpstr>작업 되돌리기 </vt:lpstr>
      <vt:lpstr>작업 되돌리기 </vt:lpstr>
      <vt:lpstr>작업 되돌리기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Git-hub  사용법</dc:title>
  <dc:creator>김수민</dc:creator>
  <cp:lastModifiedBy>김수민</cp:lastModifiedBy>
  <cp:revision>15</cp:revision>
  <dcterms:created xsi:type="dcterms:W3CDTF">2021-01-21T17:48:03Z</dcterms:created>
  <dcterms:modified xsi:type="dcterms:W3CDTF">2021-01-21T19:52:59Z</dcterms:modified>
</cp:coreProperties>
</file>