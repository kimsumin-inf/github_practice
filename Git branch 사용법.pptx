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3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1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5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6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1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7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12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79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6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0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8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5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20" r:id="rId6"/>
    <p:sldLayoutId id="2147483716" r:id="rId7"/>
    <p:sldLayoutId id="2147483717" r:id="rId8"/>
    <p:sldLayoutId id="2147483718" r:id="rId9"/>
    <p:sldLayoutId id="2147483719" r:id="rId10"/>
    <p:sldLayoutId id="2147483721" r:id="rId11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800" b="1" i="0" kern="1200" cap="none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300" kern="1200" spc="4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 spc="4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 spc="4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4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4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0D4398-84C2-41B8-BF30-3157F7B18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817500-4EF5-4B11-9B97-A263996D32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398" b="1"/>
          <a:stretch/>
        </p:blipFill>
        <p:spPr>
          <a:xfrm>
            <a:off x="20" y="10"/>
            <a:ext cx="9137156" cy="6857989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1E519840-CB5B-442F-AF8C-F848E7699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5558" y="-6724"/>
            <a:ext cx="4265457" cy="6868736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2240216 w 5664007"/>
              <a:gd name="connsiteY0" fmla="*/ 0 h 6857998"/>
              <a:gd name="connsiteX1" fmla="*/ 5664007 w 5664007"/>
              <a:gd name="connsiteY1" fmla="*/ 0 h 6857998"/>
              <a:gd name="connsiteX2" fmla="*/ 5664007 w 5664007"/>
              <a:gd name="connsiteY2" fmla="*/ 6857998 h 6857998"/>
              <a:gd name="connsiteX3" fmla="*/ 0 w 5664007"/>
              <a:gd name="connsiteY3" fmla="*/ 6846045 h 6857998"/>
              <a:gd name="connsiteX4" fmla="*/ 2240216 w 5664007"/>
              <a:gd name="connsiteY4" fmla="*/ 0 h 6857998"/>
              <a:gd name="connsiteX0" fmla="*/ 2170935 w 5594726"/>
              <a:gd name="connsiteY0" fmla="*/ 0 h 6865085"/>
              <a:gd name="connsiteX1" fmla="*/ 5594726 w 5594726"/>
              <a:gd name="connsiteY1" fmla="*/ 0 h 6865085"/>
              <a:gd name="connsiteX2" fmla="*/ 5594726 w 5594726"/>
              <a:gd name="connsiteY2" fmla="*/ 6857998 h 6865085"/>
              <a:gd name="connsiteX3" fmla="*/ 0 w 5594726"/>
              <a:gd name="connsiteY3" fmla="*/ 6865085 h 6865085"/>
              <a:gd name="connsiteX4" fmla="*/ 2170935 w 5594726"/>
              <a:gd name="connsiteY4" fmla="*/ 0 h 6865085"/>
              <a:gd name="connsiteX0" fmla="*/ 1747097 w 5170888"/>
              <a:gd name="connsiteY0" fmla="*/ 0 h 6865085"/>
              <a:gd name="connsiteX1" fmla="*/ 5170888 w 5170888"/>
              <a:gd name="connsiteY1" fmla="*/ 0 h 6865085"/>
              <a:gd name="connsiteX2" fmla="*/ 5170888 w 5170888"/>
              <a:gd name="connsiteY2" fmla="*/ 6857998 h 6865085"/>
              <a:gd name="connsiteX3" fmla="*/ 0 w 5170888"/>
              <a:gd name="connsiteY3" fmla="*/ 6865085 h 6865085"/>
              <a:gd name="connsiteX4" fmla="*/ 1747097 w 5170888"/>
              <a:gd name="connsiteY4" fmla="*/ 0 h 6865085"/>
              <a:gd name="connsiteX0" fmla="*/ 1404766 w 5170888"/>
              <a:gd name="connsiteY0" fmla="*/ 0 h 6865085"/>
              <a:gd name="connsiteX1" fmla="*/ 5170888 w 5170888"/>
              <a:gd name="connsiteY1" fmla="*/ 0 h 6865085"/>
              <a:gd name="connsiteX2" fmla="*/ 5170888 w 5170888"/>
              <a:gd name="connsiteY2" fmla="*/ 6857998 h 6865085"/>
              <a:gd name="connsiteX3" fmla="*/ 0 w 5170888"/>
              <a:gd name="connsiteY3" fmla="*/ 6865085 h 6865085"/>
              <a:gd name="connsiteX4" fmla="*/ 1404766 w 5170888"/>
              <a:gd name="connsiteY4" fmla="*/ 0 h 686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888" h="6865085">
                <a:moveTo>
                  <a:pt x="1404766" y="0"/>
                </a:moveTo>
                <a:lnTo>
                  <a:pt x="5170888" y="0"/>
                </a:lnTo>
                <a:lnTo>
                  <a:pt x="5170888" y="6857998"/>
                </a:lnTo>
                <a:lnTo>
                  <a:pt x="0" y="6865085"/>
                </a:lnTo>
                <a:lnTo>
                  <a:pt x="1404766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4D051A-6DF9-45BB-809B-66AA55667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4880" y="3025587"/>
            <a:ext cx="3153720" cy="2985247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dirty="0"/>
              <a:t>Git-hub  </a:t>
            </a:r>
            <a:r>
              <a:rPr lang="ko-KR" altLang="en-US" sz="4400" dirty="0"/>
              <a:t>사용법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72912F-C883-4C44-AD3B-243AE2D34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7176" y="1116873"/>
            <a:ext cx="2521424" cy="1520669"/>
          </a:xfrm>
        </p:spPr>
        <p:txBody>
          <a:bodyPr>
            <a:normAutofit/>
          </a:bodyPr>
          <a:lstStyle/>
          <a:p>
            <a:pPr algn="r"/>
            <a:r>
              <a:rPr lang="en-US" altLang="ko-KR" sz="1600" dirty="0"/>
              <a:t>3. Git &amp; branch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7EF422-3076-48F2-A38B-7CA851778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31959" y="0"/>
            <a:ext cx="5279056" cy="77792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96548C-21A4-493D-B220-64E89F1EF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81082" y="-6724"/>
            <a:ext cx="2279175" cy="68647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1C7BFA7-A9CA-4D30-A617-4BADB6B0AA83}"/>
              </a:ext>
            </a:extLst>
          </p:cNvPr>
          <p:cNvSpPr txBox="1"/>
          <p:nvPr/>
        </p:nvSpPr>
        <p:spPr>
          <a:xfrm>
            <a:off x="9249821" y="6473478"/>
            <a:ext cx="3153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Semi developer Kim</a:t>
            </a:r>
            <a:r>
              <a:rPr lang="ko-KR" altLang="en-US" dirty="0"/>
              <a:t> </a:t>
            </a:r>
            <a:r>
              <a:rPr lang="en-US" altLang="ko-KR" dirty="0" err="1"/>
              <a:t>sumin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137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is branch in git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/>
              <a:t>- </a:t>
            </a:r>
            <a:r>
              <a:rPr lang="ko-KR" altLang="en-US" sz="1800" dirty="0"/>
              <a:t>모든 버전 관리 시스템에서는 </a:t>
            </a:r>
            <a:r>
              <a:rPr lang="ko-KR" altLang="en-US" sz="1800" dirty="0" err="1"/>
              <a:t>브랜치</a:t>
            </a:r>
            <a:r>
              <a:rPr lang="en-US" altLang="ko-KR" sz="1800" dirty="0"/>
              <a:t>(branch)</a:t>
            </a:r>
            <a:r>
              <a:rPr lang="ko-KR" altLang="en-US" sz="1800" dirty="0"/>
              <a:t>라는 개념을 사용함</a:t>
            </a:r>
            <a:endParaRPr lang="en-US" altLang="ko-KR" sz="1800" dirty="0"/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800" dirty="0"/>
              <a:t>Branch</a:t>
            </a:r>
            <a:r>
              <a:rPr lang="ko-KR" altLang="en-US" sz="1800" dirty="0"/>
              <a:t>의 필요성</a:t>
            </a:r>
            <a:br>
              <a:rPr lang="en-US" altLang="ko-KR" sz="1800" dirty="0"/>
            </a:br>
            <a:r>
              <a:rPr lang="en-US" altLang="ko-KR" sz="1800" dirty="0"/>
              <a:t>: master branch</a:t>
            </a:r>
            <a:r>
              <a:rPr lang="ko-KR" altLang="en-US" sz="1800" dirty="0"/>
              <a:t>에 내용을 그대로 유지한채 기존 파일 내용을 수정하거나</a:t>
            </a:r>
            <a:br>
              <a:rPr lang="en-US" altLang="ko-KR" sz="1800" dirty="0"/>
            </a:br>
            <a:r>
              <a:rPr lang="en-US" altLang="ko-KR" sz="1800" dirty="0"/>
              <a:t>  </a:t>
            </a:r>
            <a:r>
              <a:rPr lang="ko-KR" altLang="en-US" sz="1800" dirty="0"/>
              <a:t>새로운 기능을 구현할 파일을 만들 때 사용 </a:t>
            </a:r>
            <a:endParaRPr lang="en-US" altLang="ko-KR" sz="1800" dirty="0"/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800" dirty="0"/>
              <a:t> master </a:t>
            </a:r>
            <a:r>
              <a:rPr lang="ko-KR" altLang="en-US" sz="1800" dirty="0"/>
              <a:t>에서 새롭게 뻗는다는 의미로 </a:t>
            </a:r>
            <a:r>
              <a:rPr lang="en-US" altLang="ko-KR" sz="1800" dirty="0"/>
              <a:t>branch</a:t>
            </a:r>
            <a:r>
              <a:rPr lang="ko-KR" altLang="en-US" sz="1800" dirty="0"/>
              <a:t>라는 개념을 도입하고 나중에 병합도 가능 </a:t>
            </a:r>
            <a:endParaRPr lang="en-US" altLang="ko-KR" sz="1800" dirty="0"/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1800" dirty="0"/>
              <a:t> </a:t>
            </a:r>
            <a:r>
              <a:rPr lang="ko-KR" altLang="en-US" sz="1800" dirty="0"/>
              <a:t>분기 </a:t>
            </a:r>
            <a:r>
              <a:rPr lang="en-US" altLang="ko-KR" sz="1800" dirty="0"/>
              <a:t>( branch) , </a:t>
            </a:r>
            <a:r>
              <a:rPr lang="ko-KR" altLang="en-US" sz="1800" dirty="0"/>
              <a:t>병합 </a:t>
            </a:r>
            <a:r>
              <a:rPr lang="en-US" altLang="ko-KR" sz="1800" dirty="0"/>
              <a:t>(merge)</a:t>
            </a:r>
          </a:p>
        </p:txBody>
      </p:sp>
    </p:spTree>
    <p:extLst>
      <p:ext uri="{BB962C8B-B14F-4D97-AF65-F5344CB8AC3E}">
        <p14:creationId xmlns:p14="http://schemas.microsoft.com/office/powerpoint/2010/main" val="2647504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Make branch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ko-KR" altLang="en-US" sz="2000" dirty="0"/>
              <a:t>우선 </a:t>
            </a:r>
            <a:r>
              <a:rPr lang="en-US" altLang="ko-KR" sz="2000" dirty="0"/>
              <a:t>.git </a:t>
            </a:r>
            <a:r>
              <a:rPr lang="ko-KR" altLang="en-US" sz="2000" dirty="0"/>
              <a:t>디렉터리를 생성한 후 작업 트리에서 수정한 후 </a:t>
            </a:r>
            <a:r>
              <a:rPr lang="en-US" altLang="ko-KR" sz="2000" dirty="0"/>
              <a:t>commit</a:t>
            </a:r>
            <a:r>
              <a:rPr lang="ko-KR" altLang="en-US" sz="2000" dirty="0"/>
              <a:t>을 진행</a:t>
            </a:r>
            <a:endParaRPr lang="en-US" altLang="ko-KR" sz="20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/>
              <a:t>git branch</a:t>
            </a:r>
            <a:br>
              <a:rPr lang="en-US" altLang="ko-KR" sz="2000" dirty="0"/>
            </a:br>
            <a:r>
              <a:rPr lang="en-US" altLang="ko-KR" sz="2000" dirty="0"/>
              <a:t>: </a:t>
            </a:r>
            <a:r>
              <a:rPr lang="ko-KR" altLang="en-US" sz="2000" dirty="0"/>
              <a:t>현재 만들어져 있는 </a:t>
            </a:r>
            <a:r>
              <a:rPr lang="en-US" altLang="ko-KR" sz="2000" dirty="0"/>
              <a:t>branch</a:t>
            </a:r>
            <a:r>
              <a:rPr lang="ko-KR" altLang="en-US" sz="2000" dirty="0"/>
              <a:t>를 보여줌 </a:t>
            </a:r>
            <a:endParaRPr lang="en-US" altLang="ko-KR" sz="20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/>
              <a:t>git branch apple </a:t>
            </a:r>
            <a:br>
              <a:rPr lang="en-US" altLang="ko-KR" sz="2000" dirty="0"/>
            </a:br>
            <a:r>
              <a:rPr lang="en-US" altLang="ko-KR" sz="2000" dirty="0"/>
              <a:t>: apple</a:t>
            </a:r>
            <a:r>
              <a:rPr lang="ko-KR" altLang="en-US" sz="2000" dirty="0"/>
              <a:t>이라는 이름의 </a:t>
            </a:r>
            <a:r>
              <a:rPr lang="en-US" altLang="ko-KR" sz="2000" dirty="0"/>
              <a:t>branch</a:t>
            </a:r>
            <a:r>
              <a:rPr lang="ko-KR" altLang="en-US" sz="2000" dirty="0"/>
              <a:t>를 만듦 </a:t>
            </a:r>
            <a:endParaRPr lang="en-US" altLang="ko-KR" sz="20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/>
              <a:t>(HEAD -&gt; master , apple)</a:t>
            </a:r>
            <a:br>
              <a:rPr lang="en-US" altLang="ko-KR" sz="2000" dirty="0"/>
            </a:br>
            <a:r>
              <a:rPr lang="en-US" altLang="ko-KR" sz="2000" dirty="0"/>
              <a:t>: </a:t>
            </a:r>
            <a:r>
              <a:rPr lang="ko-KR" altLang="en-US" sz="2000" dirty="0"/>
              <a:t>현재 작업하고 있는 </a:t>
            </a:r>
            <a:r>
              <a:rPr lang="en-US" altLang="ko-KR" sz="2000" dirty="0"/>
              <a:t>branch</a:t>
            </a:r>
            <a:r>
              <a:rPr lang="ko-KR" altLang="en-US" sz="2000" dirty="0"/>
              <a:t>는 </a:t>
            </a:r>
            <a:r>
              <a:rPr lang="en-US" altLang="ko-KR" sz="2000" dirty="0"/>
              <a:t>master</a:t>
            </a:r>
            <a:r>
              <a:rPr lang="ko-KR" altLang="en-US" sz="2000" dirty="0"/>
              <a:t>이고 </a:t>
            </a:r>
            <a:r>
              <a:rPr lang="en-US" altLang="ko-KR" sz="2000" dirty="0"/>
              <a:t>master branch</a:t>
            </a:r>
            <a:r>
              <a:rPr lang="ko-KR" altLang="en-US" sz="2000" dirty="0"/>
              <a:t>는 특별한 </a:t>
            </a:r>
            <a:r>
              <a:rPr lang="en-US" altLang="ko-KR" sz="2000" dirty="0"/>
              <a:t>branch</a:t>
            </a:r>
            <a:r>
              <a:rPr lang="ko-KR" altLang="en-US" sz="2000" dirty="0"/>
              <a:t> 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093099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Move between branch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&amp; git log --</a:t>
            </a:r>
            <a:r>
              <a:rPr lang="en-US" altLang="ko-KR" sz="2000" dirty="0" err="1"/>
              <a:t>oneline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en-US" altLang="ko-KR" sz="2000" dirty="0"/>
              <a:t>-&gt; </a:t>
            </a:r>
            <a:r>
              <a:rPr lang="ko-KR" altLang="en-US" sz="2000" dirty="0"/>
              <a:t>한 줄에 한 </a:t>
            </a:r>
            <a:r>
              <a:rPr lang="en-US" altLang="ko-KR" sz="2000" dirty="0"/>
              <a:t>commit</a:t>
            </a:r>
            <a:r>
              <a:rPr lang="ko-KR" altLang="en-US" sz="2000" dirty="0"/>
              <a:t>씩 나타내 줌</a:t>
            </a:r>
            <a:r>
              <a:rPr lang="en-US" altLang="ko-KR" sz="2000" dirty="0"/>
              <a:t>, commit</a:t>
            </a:r>
            <a:r>
              <a:rPr lang="ko-KR" altLang="en-US" sz="2000" dirty="0"/>
              <a:t>을 간략히 확인할 때 편리함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$"/>
            </a:pPr>
            <a:r>
              <a:rPr lang="en-US" altLang="ko-KR" sz="2000" dirty="0"/>
              <a:t>git checkout apple </a:t>
            </a:r>
            <a:br>
              <a:rPr lang="en-US" altLang="ko-KR" sz="2000" dirty="0"/>
            </a:br>
            <a:r>
              <a:rPr lang="en-US" altLang="ko-KR" sz="2000" dirty="0"/>
              <a:t>-&gt; HEAD </a:t>
            </a:r>
            <a:r>
              <a:rPr lang="ko-KR" altLang="en-US" sz="2000" dirty="0"/>
              <a:t>가 </a:t>
            </a:r>
            <a:r>
              <a:rPr lang="en-US" altLang="ko-KR" sz="2000" dirty="0"/>
              <a:t>apple</a:t>
            </a:r>
            <a:r>
              <a:rPr lang="ko-KR" altLang="en-US" sz="2000" dirty="0"/>
              <a:t>을 가리키도록 함</a:t>
            </a:r>
            <a:r>
              <a:rPr lang="en-US" altLang="ko-KR" sz="2000" dirty="0"/>
              <a:t>, “check out </a:t>
            </a:r>
            <a:r>
              <a:rPr lang="ko-KR" altLang="en-US" sz="2000" dirty="0"/>
              <a:t>한다</a:t>
            </a:r>
            <a:r>
              <a:rPr lang="en-US" altLang="ko-KR" sz="2000" dirty="0"/>
              <a:t>.”</a:t>
            </a:r>
            <a:r>
              <a:rPr lang="ko-KR" altLang="en-US" sz="2000" dirty="0"/>
              <a:t>라고 함</a:t>
            </a:r>
            <a:r>
              <a:rPr lang="en-US" altLang="ko-KR" sz="2000" dirty="0"/>
              <a:t> </a:t>
            </a:r>
            <a:r>
              <a:rPr lang="ko-KR" altLang="en-US" sz="2000" dirty="0"/>
              <a:t> </a:t>
            </a:r>
            <a:r>
              <a:rPr lang="en-US" altLang="ko-KR" sz="2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7559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Checking branch information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118611"/>
            <a:ext cx="9906000" cy="4024424"/>
          </a:xfrm>
        </p:spPr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2000" dirty="0"/>
              <a:t>git add .</a:t>
            </a:r>
            <a:br>
              <a:rPr lang="en-US" altLang="ko-KR" sz="2000" dirty="0"/>
            </a:br>
            <a:r>
              <a:rPr lang="en-US" altLang="ko-KR" sz="2000" dirty="0"/>
              <a:t>=&gt; </a:t>
            </a:r>
            <a:r>
              <a:rPr lang="ko-KR" altLang="en-US" sz="2000" dirty="0"/>
              <a:t>수정된 파일이 있을 경우 한 번에 모두 </a:t>
            </a:r>
            <a:r>
              <a:rPr lang="en-US" altLang="ko-KR" sz="2000" dirty="0"/>
              <a:t>staging </a:t>
            </a:r>
            <a:r>
              <a:rPr lang="ko-KR" altLang="en-US" sz="2000" dirty="0"/>
              <a:t>함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2000" dirty="0"/>
              <a:t>git log --</a:t>
            </a:r>
            <a:r>
              <a:rPr lang="en-US" altLang="ko-KR" sz="2000" dirty="0" err="1"/>
              <a:t>oneline</a:t>
            </a:r>
            <a:r>
              <a:rPr lang="en-US" altLang="ko-KR" sz="2000" dirty="0"/>
              <a:t> --branches</a:t>
            </a:r>
            <a:br>
              <a:rPr lang="en-US" altLang="ko-KR" sz="2000" dirty="0"/>
            </a:br>
            <a:r>
              <a:rPr lang="en-US" altLang="ko-KR" sz="2000" dirty="0"/>
              <a:t>=&gt; </a:t>
            </a:r>
            <a:r>
              <a:rPr lang="ko-KR" altLang="en-US" sz="2000" dirty="0"/>
              <a:t>각 </a:t>
            </a:r>
            <a:r>
              <a:rPr lang="en-US" altLang="ko-KR" sz="2000" dirty="0"/>
              <a:t>branch</a:t>
            </a:r>
            <a:r>
              <a:rPr lang="ko-KR" altLang="en-US" sz="2000" dirty="0"/>
              <a:t>의 </a:t>
            </a:r>
            <a:r>
              <a:rPr lang="en-US" altLang="ko-KR" sz="2000" dirty="0"/>
              <a:t>commit</a:t>
            </a:r>
            <a:r>
              <a:rPr lang="ko-KR" altLang="en-US" sz="2000" dirty="0"/>
              <a:t>을 함께 확인할 수 있음 </a:t>
            </a:r>
            <a:endParaRPr lang="en-US" altLang="ko-KR" sz="20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2000" dirty="0"/>
              <a:t>git log --</a:t>
            </a:r>
            <a:r>
              <a:rPr lang="en-US" altLang="ko-KR" sz="2000" dirty="0" err="1"/>
              <a:t>oneline</a:t>
            </a:r>
            <a:r>
              <a:rPr lang="en-US" altLang="ko-KR" sz="2000" dirty="0"/>
              <a:t> --branches --graph</a:t>
            </a:r>
            <a:br>
              <a:rPr lang="en-US" altLang="ko-KR" sz="2000" dirty="0"/>
            </a:br>
            <a:r>
              <a:rPr lang="en-US" altLang="ko-KR" sz="2000" dirty="0"/>
              <a:t>=&gt; commit</a:t>
            </a:r>
            <a:r>
              <a:rPr lang="ko-KR" altLang="en-US" sz="2000" dirty="0"/>
              <a:t>의 관계를 좀 더 쉽게 그래프의 형태로 표시 </a:t>
            </a:r>
            <a:br>
              <a:rPr lang="en-US" altLang="ko-KR" sz="2000" dirty="0"/>
            </a:br>
            <a:r>
              <a:rPr lang="en-US" altLang="ko-KR" sz="2000" dirty="0"/>
              <a:t>=&gt; | : commit</a:t>
            </a:r>
            <a:r>
              <a:rPr lang="ko-KR" altLang="en-US" sz="2000" dirty="0"/>
              <a:t>과 </a:t>
            </a:r>
            <a:r>
              <a:rPr lang="en-US" altLang="ko-KR" sz="2000" dirty="0"/>
              <a:t>commit</a:t>
            </a:r>
            <a:r>
              <a:rPr lang="ko-KR" altLang="en-US" sz="2000" dirty="0"/>
              <a:t>의 관계를 보여줌</a:t>
            </a:r>
            <a:br>
              <a:rPr lang="en-US" altLang="ko-KR" sz="2000" dirty="0"/>
            </a:br>
            <a:r>
              <a:rPr lang="en-US" altLang="ko-KR" sz="2000" dirty="0"/>
              <a:t>=&gt; / : master branch</a:t>
            </a:r>
            <a:r>
              <a:rPr lang="ko-KR" altLang="en-US" sz="2000" dirty="0"/>
              <a:t>와 부모 </a:t>
            </a:r>
            <a:r>
              <a:rPr lang="en-US" altLang="ko-KR" sz="2000" dirty="0"/>
              <a:t>branch</a:t>
            </a:r>
            <a:r>
              <a:rPr lang="ko-KR" altLang="en-US" sz="2000" dirty="0"/>
              <a:t>의 관계를 보여줌 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30553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Merging branch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118611"/>
            <a:ext cx="9906000" cy="4024424"/>
          </a:xfrm>
        </p:spPr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ko-KR" altLang="en-US" sz="1400" dirty="0"/>
              <a:t>각 </a:t>
            </a:r>
            <a:r>
              <a:rPr lang="en-US" altLang="ko-KR" sz="1400" dirty="0"/>
              <a:t>branch</a:t>
            </a:r>
            <a:r>
              <a:rPr lang="ko-KR" altLang="en-US" sz="1400" dirty="0"/>
              <a:t>에서 작업을 진행한 이후 어느 시점에서 </a:t>
            </a:r>
            <a:r>
              <a:rPr lang="en-US" altLang="ko-KR" sz="1400" dirty="0"/>
              <a:t>branch </a:t>
            </a:r>
            <a:r>
              <a:rPr lang="ko-KR" altLang="en-US" sz="1400" dirty="0"/>
              <a:t>작업을  마무리 하고 기존 </a:t>
            </a:r>
            <a:r>
              <a:rPr lang="en-US" altLang="ko-KR" sz="1400" dirty="0"/>
              <a:t>branch</a:t>
            </a:r>
            <a:r>
              <a:rPr lang="ko-KR" altLang="en-US" sz="1400" dirty="0"/>
              <a:t>와 </a:t>
            </a:r>
            <a:r>
              <a:rPr lang="en-US" altLang="ko-KR" sz="1400" dirty="0"/>
              <a:t>merge</a:t>
            </a:r>
            <a:r>
              <a:rPr lang="ko-KR" altLang="en-US" sz="1400" dirty="0"/>
              <a:t>를 해야함</a:t>
            </a:r>
            <a:r>
              <a:rPr lang="en-US" altLang="ko-KR" sz="1400" dirty="0"/>
              <a:t>. -&gt; branch</a:t>
            </a:r>
            <a:r>
              <a:rPr lang="ko-KR" altLang="en-US" sz="1400" dirty="0"/>
              <a:t> </a:t>
            </a:r>
            <a:r>
              <a:rPr lang="en-US" altLang="ko-KR" sz="1400" dirty="0"/>
              <a:t>merge</a:t>
            </a:r>
            <a:r>
              <a:rPr lang="ko-KR" altLang="en-US" sz="1400" dirty="0"/>
              <a:t>라고 함 </a:t>
            </a:r>
            <a:r>
              <a:rPr lang="en-US" altLang="ko-KR" sz="1400" dirty="0"/>
              <a:t>=&gt; </a:t>
            </a:r>
            <a:r>
              <a:rPr lang="en-US" altLang="ko-KR" sz="1400" dirty="0">
                <a:solidFill>
                  <a:srgbClr val="FF0000"/>
                </a:solidFill>
              </a:rPr>
              <a:t>git merge ‘commit’ 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400" dirty="0"/>
              <a:t>case 1 : </a:t>
            </a:r>
            <a:r>
              <a:rPr lang="ko-KR" altLang="en-US" sz="1400" dirty="0"/>
              <a:t>서로 다른 파일 병합</a:t>
            </a:r>
            <a:br>
              <a:rPr lang="en-US" altLang="ko-KR" sz="1400" dirty="0"/>
            </a:br>
            <a:r>
              <a:rPr lang="en-US" altLang="ko-KR" sz="1400" dirty="0"/>
              <a:t>-&gt; </a:t>
            </a:r>
            <a:r>
              <a:rPr lang="ko-KR" altLang="en-US" sz="1400" dirty="0"/>
              <a:t>새로운 </a:t>
            </a:r>
            <a:r>
              <a:rPr lang="en-US" altLang="ko-KR" sz="1400" dirty="0"/>
              <a:t>commit </a:t>
            </a:r>
            <a:r>
              <a:rPr lang="ko-KR" altLang="en-US" sz="1400" dirty="0"/>
              <a:t>을 생성한 후 그 곳에 각각의 파일들을 넣음</a:t>
            </a:r>
            <a:endParaRPr lang="en-US" altLang="ko-KR" sz="14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400" dirty="0"/>
              <a:t>case 2 : </a:t>
            </a:r>
            <a:r>
              <a:rPr lang="ko-KR" altLang="en-US" sz="1400" dirty="0"/>
              <a:t>같은 문서의 다른 위치를 수정했을 때 병합</a:t>
            </a:r>
            <a:br>
              <a:rPr lang="en-US" altLang="ko-KR" sz="1400" dirty="0"/>
            </a:br>
            <a:r>
              <a:rPr lang="en-US" altLang="ko-KR" sz="1400" dirty="0"/>
              <a:t>-&gt; </a:t>
            </a:r>
            <a:r>
              <a:rPr lang="ko-KR" altLang="en-US" sz="1400" dirty="0"/>
              <a:t>한 파일 안에서 병합이 됨 </a:t>
            </a:r>
            <a:endParaRPr lang="en-US" altLang="ko-KR" sz="1400" dirty="0"/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400" dirty="0"/>
              <a:t>case 3 : </a:t>
            </a:r>
            <a:r>
              <a:rPr lang="ko-KR" altLang="en-US" sz="1400" dirty="0"/>
              <a:t>같은 문서의 같은 위치를 수정했을 때 병합</a:t>
            </a:r>
            <a:br>
              <a:rPr lang="en-US" altLang="ko-KR" sz="1400" dirty="0"/>
            </a:br>
            <a:r>
              <a:rPr lang="en-US" altLang="ko-KR" sz="1400" dirty="0"/>
              <a:t>-&gt;  ‘&lt;&lt;&lt;&lt;&lt;&lt;&lt;HEAD’ </a:t>
            </a:r>
            <a:r>
              <a:rPr lang="ko-KR" altLang="en-US" sz="1400" dirty="0"/>
              <a:t>와 가운데 가로줄 </a:t>
            </a:r>
            <a:r>
              <a:rPr lang="en-US" altLang="ko-KR" sz="1400" dirty="0"/>
              <a:t>‘=======‘ </a:t>
            </a:r>
            <a:r>
              <a:rPr lang="ko-KR" altLang="en-US" sz="1400" dirty="0"/>
              <a:t>사이는 현재 작업중인 </a:t>
            </a:r>
            <a:r>
              <a:rPr lang="en-US" altLang="ko-KR" sz="1400" dirty="0"/>
              <a:t>branch</a:t>
            </a:r>
            <a:r>
              <a:rPr lang="ko-KR" altLang="en-US" sz="1400" dirty="0"/>
              <a:t>에서 수정한 내용</a:t>
            </a:r>
            <a:br>
              <a:rPr lang="en-US" altLang="ko-KR" sz="1400" dirty="0"/>
            </a:br>
            <a:r>
              <a:rPr lang="en-US" altLang="ko-KR" sz="1400" dirty="0"/>
              <a:t>-&gt; ‘ &gt;&gt;&gt;&gt;&gt;&gt;&gt;branch’</a:t>
            </a:r>
            <a:r>
              <a:rPr lang="ko-KR" altLang="en-US" sz="1400" dirty="0"/>
              <a:t>와 가운데 가로줄 사이는 </a:t>
            </a:r>
            <a:r>
              <a:rPr lang="en-US" altLang="ko-KR" sz="1400" dirty="0"/>
              <a:t>merge</a:t>
            </a:r>
            <a:r>
              <a:rPr lang="ko-KR" altLang="en-US" sz="1400" dirty="0"/>
              <a:t>하려는 </a:t>
            </a:r>
            <a:r>
              <a:rPr lang="en-US" altLang="ko-KR" sz="1400" dirty="0"/>
              <a:t>branch</a:t>
            </a:r>
            <a:r>
              <a:rPr lang="ko-KR" altLang="en-US" sz="1400" dirty="0"/>
              <a:t>에서 수정한 내용</a:t>
            </a:r>
            <a:br>
              <a:rPr lang="en-US" altLang="ko-KR" sz="1400" dirty="0"/>
            </a:br>
            <a:r>
              <a:rPr lang="en-US" altLang="ko-KR" sz="1400" dirty="0"/>
              <a:t>=&gt; </a:t>
            </a:r>
            <a:r>
              <a:rPr lang="ko-KR" altLang="en-US" sz="1400" dirty="0">
                <a:solidFill>
                  <a:srgbClr val="FF0000"/>
                </a:solidFill>
              </a:rPr>
              <a:t>충돌을 해결한 후에 </a:t>
            </a:r>
            <a:r>
              <a:rPr lang="en-US" altLang="ko-KR" sz="1400" dirty="0">
                <a:solidFill>
                  <a:srgbClr val="FF0000"/>
                </a:solidFill>
              </a:rPr>
              <a:t>commit</a:t>
            </a:r>
            <a:r>
              <a:rPr lang="ko-KR" altLang="en-US" sz="1400" dirty="0">
                <a:solidFill>
                  <a:srgbClr val="FF0000"/>
                </a:solidFill>
              </a:rPr>
              <a:t>해야함 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318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Delete the branch that ended the merge</a:t>
            </a:r>
            <a:endParaRPr lang="ko-KR" altLang="en-US" sz="36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118611"/>
            <a:ext cx="9906000" cy="4024424"/>
          </a:xfrm>
        </p:spPr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800" dirty="0">
                <a:solidFill>
                  <a:schemeClr val="tx1"/>
                </a:solidFill>
              </a:rPr>
              <a:t>git branch –d o2</a:t>
            </a:r>
            <a:br>
              <a:rPr lang="en-US" altLang="ko-KR" sz="1800" dirty="0">
                <a:solidFill>
                  <a:schemeClr val="tx1"/>
                </a:solidFill>
              </a:rPr>
            </a:br>
            <a:r>
              <a:rPr lang="en-US" altLang="ko-KR" sz="1800" dirty="0">
                <a:solidFill>
                  <a:schemeClr val="tx1"/>
                </a:solidFill>
              </a:rPr>
              <a:t>-&gt; o2</a:t>
            </a:r>
            <a:r>
              <a:rPr lang="ko-KR" altLang="en-US" sz="1800" dirty="0">
                <a:solidFill>
                  <a:schemeClr val="tx1"/>
                </a:solidFill>
              </a:rPr>
              <a:t>라는 </a:t>
            </a:r>
            <a:r>
              <a:rPr lang="en-US" altLang="ko-KR" sz="1800" dirty="0">
                <a:solidFill>
                  <a:schemeClr val="tx1"/>
                </a:solidFill>
              </a:rPr>
              <a:t>branch</a:t>
            </a:r>
            <a:r>
              <a:rPr lang="ko-KR" altLang="en-US" sz="1800" dirty="0">
                <a:solidFill>
                  <a:schemeClr val="tx1"/>
                </a:solidFill>
              </a:rPr>
              <a:t> 를 제거함 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355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52697-D52E-4E85-ADDE-611EF9616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Manage branch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7044BB-9A1B-49FA-A64B-3D1FAD635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118611"/>
            <a:ext cx="9906000" cy="4024424"/>
          </a:xfrm>
        </p:spPr>
        <p:txBody>
          <a:bodyPr/>
          <a:lstStyle/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600" dirty="0">
                <a:solidFill>
                  <a:schemeClr val="tx1"/>
                </a:solidFill>
              </a:rPr>
              <a:t>checkout </a:t>
            </a:r>
            <a:r>
              <a:rPr lang="ko-KR" altLang="en-US" sz="1600" dirty="0">
                <a:solidFill>
                  <a:schemeClr val="tx1"/>
                </a:solidFill>
              </a:rPr>
              <a:t>와 </a:t>
            </a:r>
            <a:r>
              <a:rPr lang="en-US" altLang="ko-KR" sz="1600" dirty="0">
                <a:solidFill>
                  <a:schemeClr val="tx1"/>
                </a:solidFill>
              </a:rPr>
              <a:t>reset </a:t>
            </a:r>
            <a:br>
              <a:rPr lang="en-US" altLang="ko-KR" sz="1600" dirty="0">
                <a:solidFill>
                  <a:schemeClr val="tx1"/>
                </a:solidFill>
              </a:rPr>
            </a:br>
            <a:r>
              <a:rPr lang="en-US" altLang="ko-KR" sz="1600" dirty="0">
                <a:solidFill>
                  <a:schemeClr val="tx1"/>
                </a:solidFill>
              </a:rPr>
              <a:t>-&gt; checkout </a:t>
            </a:r>
            <a:r>
              <a:rPr lang="ko-KR" altLang="en-US" sz="1600" dirty="0">
                <a:solidFill>
                  <a:schemeClr val="tx1"/>
                </a:solidFill>
              </a:rPr>
              <a:t>은 </a:t>
            </a:r>
            <a:r>
              <a:rPr lang="en-US" altLang="ko-KR" sz="1600" dirty="0">
                <a:solidFill>
                  <a:schemeClr val="tx1"/>
                </a:solidFill>
              </a:rPr>
              <a:t>HEAD</a:t>
            </a:r>
            <a:r>
              <a:rPr lang="ko-KR" altLang="en-US" sz="1600" dirty="0">
                <a:solidFill>
                  <a:schemeClr val="tx1"/>
                </a:solidFill>
              </a:rPr>
              <a:t>가 가리키는 </a:t>
            </a:r>
            <a:r>
              <a:rPr lang="en-US" altLang="ko-KR" sz="1600" dirty="0">
                <a:solidFill>
                  <a:schemeClr val="tx1"/>
                </a:solidFill>
              </a:rPr>
              <a:t>branch</a:t>
            </a:r>
            <a:r>
              <a:rPr lang="ko-KR" altLang="en-US" sz="1600" dirty="0">
                <a:solidFill>
                  <a:schemeClr val="tx1"/>
                </a:solidFill>
              </a:rPr>
              <a:t>를 바꾸기 위해 사용함</a:t>
            </a:r>
            <a:r>
              <a:rPr lang="en-US" altLang="ko-KR" sz="160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600" dirty="0">
                <a:solidFill>
                  <a:schemeClr val="tx1"/>
                </a:solidFill>
              </a:rPr>
              <a:t>git reset commit hash</a:t>
            </a:r>
            <a:br>
              <a:rPr lang="en-US" altLang="ko-KR" sz="1600" dirty="0">
                <a:solidFill>
                  <a:schemeClr val="tx1"/>
                </a:solidFill>
              </a:rPr>
            </a:br>
            <a:r>
              <a:rPr lang="en-US" altLang="ko-KR" sz="1600" dirty="0">
                <a:solidFill>
                  <a:schemeClr val="tx1"/>
                </a:solidFill>
              </a:rPr>
              <a:t>-&gt; commit hash</a:t>
            </a:r>
            <a:r>
              <a:rPr lang="ko-KR" altLang="en-US" sz="1600" dirty="0">
                <a:solidFill>
                  <a:schemeClr val="tx1"/>
                </a:solidFill>
              </a:rPr>
              <a:t>가 가리키고 있는 </a:t>
            </a:r>
            <a:r>
              <a:rPr lang="en-US" altLang="ko-KR" sz="1600" dirty="0">
                <a:solidFill>
                  <a:schemeClr val="tx1"/>
                </a:solidFill>
              </a:rPr>
              <a:t>branch</a:t>
            </a:r>
            <a:r>
              <a:rPr lang="ko-KR" altLang="en-US" sz="1600" dirty="0">
                <a:solidFill>
                  <a:schemeClr val="tx1"/>
                </a:solidFill>
              </a:rPr>
              <a:t>의 최신 </a:t>
            </a:r>
            <a:r>
              <a:rPr lang="en-US" altLang="ko-KR" sz="1600" dirty="0">
                <a:solidFill>
                  <a:schemeClr val="tx1"/>
                </a:solidFill>
              </a:rPr>
              <a:t>commit</a:t>
            </a:r>
            <a:r>
              <a:rPr lang="ko-KR" altLang="en-US" sz="1600" dirty="0">
                <a:solidFill>
                  <a:schemeClr val="tx1"/>
                </a:solidFill>
              </a:rPr>
              <a:t>을 원하는  </a:t>
            </a:r>
            <a:r>
              <a:rPr lang="en-US" altLang="ko-KR" sz="1600" dirty="0">
                <a:solidFill>
                  <a:schemeClr val="tx1"/>
                </a:solidFill>
              </a:rPr>
              <a:t>commit</a:t>
            </a:r>
            <a:r>
              <a:rPr lang="ko-KR" altLang="en-US" sz="1600" dirty="0">
                <a:solidFill>
                  <a:schemeClr val="tx1"/>
                </a:solidFill>
              </a:rPr>
              <a:t>으로 지정할 수 있음</a:t>
            </a:r>
            <a:br>
              <a:rPr lang="en-US" altLang="ko-KR" sz="1600" dirty="0">
                <a:solidFill>
                  <a:schemeClr val="tx1"/>
                </a:solidFill>
              </a:rPr>
            </a:br>
            <a:r>
              <a:rPr lang="en-US" altLang="ko-KR" sz="1600" dirty="0">
                <a:solidFill>
                  <a:schemeClr val="tx1"/>
                </a:solidFill>
              </a:rPr>
              <a:t>-&gt;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branch</a:t>
            </a:r>
            <a:r>
              <a:rPr lang="ko-KR" altLang="en-US" sz="1600" dirty="0">
                <a:solidFill>
                  <a:schemeClr val="tx1"/>
                </a:solidFill>
              </a:rPr>
              <a:t>와 연결이 끊긴 </a:t>
            </a:r>
            <a:r>
              <a:rPr lang="en-US" altLang="ko-KR" sz="1600" dirty="0">
                <a:solidFill>
                  <a:schemeClr val="tx1"/>
                </a:solidFill>
              </a:rPr>
              <a:t>commit</a:t>
            </a:r>
            <a:r>
              <a:rPr lang="ko-KR" altLang="en-US" sz="1600" dirty="0">
                <a:solidFill>
                  <a:schemeClr val="tx1"/>
                </a:solidFill>
              </a:rPr>
              <a:t>은 삭제됨</a:t>
            </a:r>
            <a:r>
              <a:rPr lang="en-US" altLang="ko-KR" sz="160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  <a:buFont typeface="Microsoft GothicNeo Light" panose="020B0300000101010101" pitchFamily="50" charset="-127"/>
              <a:buChar char="&amp;"/>
            </a:pPr>
            <a:r>
              <a:rPr lang="en-US" altLang="ko-KR" sz="1600" dirty="0">
                <a:solidFill>
                  <a:schemeClr val="tx1"/>
                </a:solidFill>
              </a:rPr>
              <a:t>git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stash</a:t>
            </a:r>
            <a:br>
              <a:rPr lang="en-US" altLang="ko-KR" sz="1600" dirty="0">
                <a:solidFill>
                  <a:schemeClr val="tx1"/>
                </a:solidFill>
              </a:rPr>
            </a:br>
            <a:r>
              <a:rPr lang="en-US" altLang="ko-KR" sz="1600" dirty="0">
                <a:solidFill>
                  <a:schemeClr val="tx1"/>
                </a:solidFill>
              </a:rPr>
              <a:t>-&gt; </a:t>
            </a:r>
            <a:r>
              <a:rPr lang="ko-KR" altLang="en-US" sz="1600" dirty="0">
                <a:solidFill>
                  <a:schemeClr val="tx1"/>
                </a:solidFill>
              </a:rPr>
              <a:t>수정중인 파일 감추기 및 되돌리기</a:t>
            </a:r>
            <a:br>
              <a:rPr lang="en-US" altLang="ko-KR" sz="1600" dirty="0">
                <a:solidFill>
                  <a:schemeClr val="tx1"/>
                </a:solidFill>
              </a:rPr>
            </a:br>
            <a:r>
              <a:rPr lang="en-US" altLang="ko-KR" sz="1600" dirty="0">
                <a:solidFill>
                  <a:schemeClr val="tx1"/>
                </a:solidFill>
              </a:rPr>
              <a:t>=&gt; </a:t>
            </a:r>
            <a:r>
              <a:rPr lang="ko-KR" altLang="en-US" sz="1600" dirty="0">
                <a:solidFill>
                  <a:schemeClr val="tx1"/>
                </a:solidFill>
              </a:rPr>
              <a:t>수정하고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커밋하지 않은 상태에서 급하게 다른 파일을 커밋해야 할 경우가 있을 때 아직 커밋하지 않고 작업중인 파일들을 잠시 감춤 </a:t>
            </a:r>
            <a:br>
              <a:rPr lang="en-US" altLang="ko-KR" sz="1600" dirty="0">
                <a:solidFill>
                  <a:schemeClr val="tx1"/>
                </a:solidFill>
              </a:rPr>
            </a:br>
            <a:r>
              <a:rPr lang="en-US" altLang="ko-KR" sz="1600" dirty="0">
                <a:solidFill>
                  <a:schemeClr val="tx1"/>
                </a:solidFill>
              </a:rPr>
              <a:t>-&gt; git stash pop </a:t>
            </a:r>
            <a:r>
              <a:rPr lang="ko-KR" altLang="en-US" sz="1600" dirty="0">
                <a:solidFill>
                  <a:schemeClr val="tx1"/>
                </a:solidFill>
              </a:rPr>
              <a:t>을 통해 </a:t>
            </a:r>
            <a:r>
              <a:rPr lang="en-US" altLang="ko-KR" sz="1600" dirty="0">
                <a:solidFill>
                  <a:schemeClr val="tx1"/>
                </a:solidFill>
              </a:rPr>
              <a:t>stash</a:t>
            </a:r>
            <a:r>
              <a:rPr lang="ko-KR" altLang="en-US" sz="1600" dirty="0">
                <a:solidFill>
                  <a:schemeClr val="tx1"/>
                </a:solidFill>
              </a:rPr>
              <a:t>로 숨긴 파일들을 되돌림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5904511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AnalogousFromLightSeedRightStep">
      <a:dk1>
        <a:srgbClr val="000000"/>
      </a:dk1>
      <a:lt1>
        <a:srgbClr val="FFFFFF"/>
      </a:lt1>
      <a:dk2>
        <a:srgbClr val="3C3522"/>
      </a:dk2>
      <a:lt2>
        <a:srgbClr val="E2E6E8"/>
      </a:lt2>
      <a:accent1>
        <a:srgbClr val="CE967C"/>
      </a:accent1>
      <a:accent2>
        <a:srgbClr val="B5A064"/>
      </a:accent2>
      <a:accent3>
        <a:srgbClr val="9DA66C"/>
      </a:accent3>
      <a:accent4>
        <a:srgbClr val="83AF61"/>
      </a:accent4>
      <a:accent5>
        <a:srgbClr val="6CB26B"/>
      </a:accent5>
      <a:accent6>
        <a:srgbClr val="63B283"/>
      </a:accent6>
      <a:hlink>
        <a:srgbClr val="5E899E"/>
      </a:hlink>
      <a:folHlink>
        <a:srgbClr val="7F7F7F"/>
      </a:folHlink>
    </a:clrScheme>
    <a:fontScheme name="Walbaum Light Univers Light">
      <a:majorFont>
        <a:latin typeface="Microsoft GothicNeo"/>
        <a:ea typeface=""/>
        <a:cs typeface=""/>
      </a:majorFont>
      <a:minorFont>
        <a:latin typeface="Microsoft GothicNe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480</Words>
  <Application>Microsoft Office PowerPoint</Application>
  <PresentationFormat>와이드스크린</PresentationFormat>
  <Paragraphs>32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Microsoft GothicNeo</vt:lpstr>
      <vt:lpstr>Microsoft GothicNeo Light</vt:lpstr>
      <vt:lpstr>Arial</vt:lpstr>
      <vt:lpstr>Segoe UI</vt:lpstr>
      <vt:lpstr>AngleLinesVTI</vt:lpstr>
      <vt:lpstr>Git-hub  사용법</vt:lpstr>
      <vt:lpstr>What is branch in git </vt:lpstr>
      <vt:lpstr>Make branch</vt:lpstr>
      <vt:lpstr>Move between branch</vt:lpstr>
      <vt:lpstr>Checking branch information</vt:lpstr>
      <vt:lpstr>Merging branch</vt:lpstr>
      <vt:lpstr>Delete the branch that ended the merge</vt:lpstr>
      <vt:lpstr>Manage branch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Git-hub  사용법</dc:title>
  <dc:creator>김수민</dc:creator>
  <cp:lastModifiedBy>김수민</cp:lastModifiedBy>
  <cp:revision>23</cp:revision>
  <dcterms:created xsi:type="dcterms:W3CDTF">2021-01-21T17:48:03Z</dcterms:created>
  <dcterms:modified xsi:type="dcterms:W3CDTF">2021-01-23T13:36:53Z</dcterms:modified>
</cp:coreProperties>
</file>