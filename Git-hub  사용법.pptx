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30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14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5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762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14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7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12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79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6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01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8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5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14" r:id="rId4"/>
    <p:sldLayoutId id="2147483715" r:id="rId5"/>
    <p:sldLayoutId id="2147483720" r:id="rId6"/>
    <p:sldLayoutId id="2147483716" r:id="rId7"/>
    <p:sldLayoutId id="2147483717" r:id="rId8"/>
    <p:sldLayoutId id="2147483718" r:id="rId9"/>
    <p:sldLayoutId id="2147483719" r:id="rId10"/>
    <p:sldLayoutId id="2147483721" r:id="rId11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800" b="1" i="0" kern="1200" cap="none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300" kern="1200" spc="4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 spc="4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 spc="4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4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4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0D4398-84C2-41B8-BF30-3157F7B18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817500-4EF5-4B11-9B97-A263996D32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398" b="1"/>
          <a:stretch/>
        </p:blipFill>
        <p:spPr>
          <a:xfrm>
            <a:off x="20" y="10"/>
            <a:ext cx="9137156" cy="6857989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1E519840-CB5B-442F-AF8C-F848E7699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5558" y="-6724"/>
            <a:ext cx="4265457" cy="6868736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2240216 w 5664007"/>
              <a:gd name="connsiteY0" fmla="*/ 0 h 6857998"/>
              <a:gd name="connsiteX1" fmla="*/ 5664007 w 5664007"/>
              <a:gd name="connsiteY1" fmla="*/ 0 h 6857998"/>
              <a:gd name="connsiteX2" fmla="*/ 5664007 w 5664007"/>
              <a:gd name="connsiteY2" fmla="*/ 6857998 h 6857998"/>
              <a:gd name="connsiteX3" fmla="*/ 0 w 5664007"/>
              <a:gd name="connsiteY3" fmla="*/ 6846045 h 6857998"/>
              <a:gd name="connsiteX4" fmla="*/ 2240216 w 5664007"/>
              <a:gd name="connsiteY4" fmla="*/ 0 h 6857998"/>
              <a:gd name="connsiteX0" fmla="*/ 2170935 w 5594726"/>
              <a:gd name="connsiteY0" fmla="*/ 0 h 6865085"/>
              <a:gd name="connsiteX1" fmla="*/ 5594726 w 5594726"/>
              <a:gd name="connsiteY1" fmla="*/ 0 h 6865085"/>
              <a:gd name="connsiteX2" fmla="*/ 5594726 w 5594726"/>
              <a:gd name="connsiteY2" fmla="*/ 6857998 h 6865085"/>
              <a:gd name="connsiteX3" fmla="*/ 0 w 5594726"/>
              <a:gd name="connsiteY3" fmla="*/ 6865085 h 6865085"/>
              <a:gd name="connsiteX4" fmla="*/ 2170935 w 5594726"/>
              <a:gd name="connsiteY4" fmla="*/ 0 h 6865085"/>
              <a:gd name="connsiteX0" fmla="*/ 1747097 w 5170888"/>
              <a:gd name="connsiteY0" fmla="*/ 0 h 6865085"/>
              <a:gd name="connsiteX1" fmla="*/ 5170888 w 5170888"/>
              <a:gd name="connsiteY1" fmla="*/ 0 h 6865085"/>
              <a:gd name="connsiteX2" fmla="*/ 5170888 w 5170888"/>
              <a:gd name="connsiteY2" fmla="*/ 6857998 h 6865085"/>
              <a:gd name="connsiteX3" fmla="*/ 0 w 5170888"/>
              <a:gd name="connsiteY3" fmla="*/ 6865085 h 6865085"/>
              <a:gd name="connsiteX4" fmla="*/ 1747097 w 5170888"/>
              <a:gd name="connsiteY4" fmla="*/ 0 h 6865085"/>
              <a:gd name="connsiteX0" fmla="*/ 1404766 w 5170888"/>
              <a:gd name="connsiteY0" fmla="*/ 0 h 6865085"/>
              <a:gd name="connsiteX1" fmla="*/ 5170888 w 5170888"/>
              <a:gd name="connsiteY1" fmla="*/ 0 h 6865085"/>
              <a:gd name="connsiteX2" fmla="*/ 5170888 w 5170888"/>
              <a:gd name="connsiteY2" fmla="*/ 6857998 h 6865085"/>
              <a:gd name="connsiteX3" fmla="*/ 0 w 5170888"/>
              <a:gd name="connsiteY3" fmla="*/ 6865085 h 6865085"/>
              <a:gd name="connsiteX4" fmla="*/ 1404766 w 5170888"/>
              <a:gd name="connsiteY4" fmla="*/ 0 h 686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888" h="6865085">
                <a:moveTo>
                  <a:pt x="1404766" y="0"/>
                </a:moveTo>
                <a:lnTo>
                  <a:pt x="5170888" y="0"/>
                </a:lnTo>
                <a:lnTo>
                  <a:pt x="5170888" y="6857998"/>
                </a:lnTo>
                <a:lnTo>
                  <a:pt x="0" y="6865085"/>
                </a:lnTo>
                <a:lnTo>
                  <a:pt x="1404766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4D051A-6DF9-45BB-809B-66AA55667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4880" y="3025587"/>
            <a:ext cx="3153720" cy="2985247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dirty="0"/>
              <a:t>Git-hub  </a:t>
            </a:r>
            <a:r>
              <a:rPr lang="ko-KR" altLang="en-US" sz="4400" dirty="0"/>
              <a:t>사용법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72912F-C883-4C44-AD3B-243AE2D34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37176" y="1116873"/>
            <a:ext cx="2521424" cy="1520669"/>
          </a:xfrm>
        </p:spPr>
        <p:txBody>
          <a:bodyPr>
            <a:normAutofit/>
          </a:bodyPr>
          <a:lstStyle/>
          <a:p>
            <a:pPr algn="r"/>
            <a:r>
              <a:rPr lang="en-US" altLang="ko-KR" sz="1600" dirty="0"/>
              <a:t>1. </a:t>
            </a:r>
            <a:r>
              <a:rPr lang="ko-KR" altLang="en-US" sz="1600" dirty="0"/>
              <a:t>매우 기초적인 사용법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7EF422-3076-48F2-A38B-7CA851778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31959" y="0"/>
            <a:ext cx="5279056" cy="77792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96548C-21A4-493D-B220-64E89F1EF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81082" y="-6724"/>
            <a:ext cx="2279175" cy="686472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1C7BFA7-A9CA-4D30-A617-4BADB6B0AA83}"/>
              </a:ext>
            </a:extLst>
          </p:cNvPr>
          <p:cNvSpPr txBox="1"/>
          <p:nvPr/>
        </p:nvSpPr>
        <p:spPr>
          <a:xfrm>
            <a:off x="9249821" y="6473478"/>
            <a:ext cx="3153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충북대학교 전자공학부 김수민</a:t>
            </a:r>
          </a:p>
        </p:txBody>
      </p:sp>
    </p:spTree>
    <p:extLst>
      <p:ext uri="{BB962C8B-B14F-4D97-AF65-F5344CB8AC3E}">
        <p14:creationId xmlns:p14="http://schemas.microsoft.com/office/powerpoint/2010/main" val="3771378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40C8D1-2CC7-4FE8-BCFF-02ED4EB9E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679508"/>
            <a:ext cx="9906000" cy="5354470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우선 </a:t>
            </a:r>
            <a:r>
              <a:rPr lang="en-US" altLang="ko-KR" dirty="0"/>
              <a:t>https://git –scm.com/ </a:t>
            </a:r>
            <a:r>
              <a:rPr lang="ko-KR" altLang="en-US" dirty="0"/>
              <a:t>사이트에서 </a:t>
            </a:r>
            <a:r>
              <a:rPr lang="en-US" altLang="ko-KR" dirty="0"/>
              <a:t>git </a:t>
            </a:r>
            <a:r>
              <a:rPr lang="ko-KR" altLang="en-US" dirty="0"/>
              <a:t>다운로드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en-US" altLang="ko-KR" dirty="0" err="1"/>
              <a:t>cmd</a:t>
            </a:r>
            <a:r>
              <a:rPr lang="ko-KR" altLang="en-US" dirty="0"/>
              <a:t>에서 </a:t>
            </a:r>
            <a:r>
              <a:rPr lang="en-US" altLang="ko-KR" dirty="0"/>
              <a:t>git</a:t>
            </a:r>
            <a:r>
              <a:rPr lang="ko-KR" altLang="en-US" dirty="0"/>
              <a:t>을 입력한 후에 창에서 도움말들이 뜬다면 설치 완료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66567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깃 환경 설정 </a:t>
            </a:r>
            <a:r>
              <a:rPr lang="en-US" altLang="ko-KR" dirty="0"/>
              <a:t>(</a:t>
            </a:r>
            <a:r>
              <a:rPr lang="ko-KR" altLang="en-US" dirty="0"/>
              <a:t>사용자 정보 입력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DAAEF8-80E1-4838-BF19-B59253C3A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09554"/>
            <a:ext cx="9906000" cy="3778850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이름 등록 </a:t>
            </a:r>
            <a:endParaRPr lang="en-US" altLang="ko-KR" dirty="0"/>
          </a:p>
          <a:p>
            <a:r>
              <a:rPr lang="en-US" altLang="ko-KR" dirty="0"/>
              <a:t>$ git config –-global user.name “</a:t>
            </a:r>
            <a:r>
              <a:rPr lang="ko-KR" altLang="en-US" dirty="0"/>
              <a:t>사용자 이름</a:t>
            </a:r>
            <a:r>
              <a:rPr lang="en-US" altLang="ko-KR" dirty="0"/>
              <a:t>”</a:t>
            </a:r>
          </a:p>
          <a:p>
            <a:r>
              <a:rPr lang="en-US" altLang="ko-KR" dirty="0"/>
              <a:t>Ex ) git config –global user.name “</a:t>
            </a:r>
            <a:r>
              <a:rPr lang="en-US" altLang="ko-KR" dirty="0" err="1"/>
              <a:t>kimsumin_inf</a:t>
            </a:r>
            <a:r>
              <a:rPr lang="en-US" altLang="ko-KR" dirty="0"/>
              <a:t>”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이메일 등록</a:t>
            </a:r>
            <a:endParaRPr lang="en-US" altLang="ko-KR" dirty="0"/>
          </a:p>
          <a:p>
            <a:r>
              <a:rPr lang="en-US" altLang="ko-KR" dirty="0"/>
              <a:t>$ git config –global </a:t>
            </a:r>
            <a:r>
              <a:rPr lang="en-US" altLang="ko-KR" dirty="0" err="1"/>
              <a:t>user.email</a:t>
            </a:r>
            <a:r>
              <a:rPr lang="en-US" altLang="ko-KR" dirty="0"/>
              <a:t> “</a:t>
            </a:r>
            <a:r>
              <a:rPr lang="ko-KR" altLang="en-US" dirty="0"/>
              <a:t>사용자 이메일</a:t>
            </a:r>
            <a:r>
              <a:rPr lang="en-US" altLang="ko-KR" dirty="0"/>
              <a:t>＂</a:t>
            </a:r>
          </a:p>
          <a:p>
            <a:r>
              <a:rPr lang="en-US" altLang="ko-KR" dirty="0"/>
              <a:t>Ex) git config –- global </a:t>
            </a:r>
            <a:r>
              <a:rPr lang="en-US" altLang="ko-KR" dirty="0" err="1"/>
              <a:t>user.email</a:t>
            </a:r>
            <a:r>
              <a:rPr lang="en-US" altLang="ko-KR" dirty="0"/>
              <a:t> “ksm4465ksm@gmail.com”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7504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638A3-0E75-4EF1-86B4-F8E8530B1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 연습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C43305-4946-4D7B-B23F-71D5DF9C2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 err="1"/>
              <a:t>pwd</a:t>
            </a:r>
            <a:br>
              <a:rPr lang="en-US" altLang="ko-KR" sz="1800" dirty="0"/>
            </a:br>
            <a:r>
              <a:rPr lang="en-US" altLang="ko-KR" sz="1800" dirty="0"/>
              <a:t>- &gt; </a:t>
            </a:r>
            <a:r>
              <a:rPr lang="ko-KR" altLang="en-US" sz="1800" dirty="0"/>
              <a:t>현재 위치 경로를 보여줌</a:t>
            </a:r>
            <a:endParaRPr lang="en-US" altLang="ko-KR" sz="1800" dirty="0"/>
          </a:p>
          <a:p>
            <a:r>
              <a:rPr lang="en-US" altLang="ko-KR" sz="1800" dirty="0"/>
              <a:t>ls</a:t>
            </a:r>
            <a:br>
              <a:rPr lang="en-US" altLang="ko-KR" sz="1800" dirty="0"/>
            </a:br>
            <a:r>
              <a:rPr lang="en-US" altLang="ko-KR" sz="1800" dirty="0"/>
              <a:t>-&gt; </a:t>
            </a:r>
            <a:r>
              <a:rPr lang="ko-KR" altLang="en-US" sz="1800" dirty="0"/>
              <a:t>현재 디렉토리에 있는 파일과 디렉토리들을 보여줌</a:t>
            </a:r>
            <a:endParaRPr lang="en-US" altLang="ko-KR" sz="1800" dirty="0"/>
          </a:p>
          <a:p>
            <a:r>
              <a:rPr lang="en-US" altLang="ko-KR" sz="1800" dirty="0"/>
              <a:t>ls</a:t>
            </a:r>
            <a:r>
              <a:rPr lang="ko-KR" altLang="en-US" sz="1800" dirty="0"/>
              <a:t> </a:t>
            </a:r>
            <a:r>
              <a:rPr lang="en-US" altLang="ko-KR" sz="1800" dirty="0"/>
              <a:t>–la (‘-’</a:t>
            </a:r>
            <a:r>
              <a:rPr lang="ko-KR" altLang="en-US" sz="1800" dirty="0"/>
              <a:t>를 </a:t>
            </a:r>
            <a:r>
              <a:rPr lang="ko-KR" altLang="en-US" sz="1800" dirty="0" err="1"/>
              <a:t>입력시</a:t>
            </a:r>
            <a:r>
              <a:rPr lang="ko-KR" altLang="en-US" sz="1800" dirty="0"/>
              <a:t> 옵션을 추가할 수 있음</a:t>
            </a:r>
            <a:r>
              <a:rPr lang="en-US" altLang="ko-KR" sz="1800" dirty="0"/>
              <a:t>)</a:t>
            </a:r>
            <a:br>
              <a:rPr lang="en-US" altLang="ko-KR" sz="1800" dirty="0"/>
            </a:br>
            <a:r>
              <a:rPr lang="en-US" altLang="ko-KR" sz="1800" dirty="0"/>
              <a:t>=&gt; -l</a:t>
            </a:r>
            <a:r>
              <a:rPr lang="ko-KR" altLang="en-US" sz="1800" dirty="0"/>
              <a:t>은 파일과 디렉토리의 상세 정보까지 표현</a:t>
            </a:r>
            <a:br>
              <a:rPr lang="en-US" altLang="ko-KR" sz="1800" dirty="0"/>
            </a:br>
            <a:r>
              <a:rPr lang="en-US" altLang="ko-KR" sz="1800" dirty="0"/>
              <a:t>=&gt; -a </a:t>
            </a:r>
            <a:r>
              <a:rPr lang="ko-KR" altLang="en-US" sz="1800" dirty="0"/>
              <a:t>는 숨긴 파일과 디렉토리 표시</a:t>
            </a:r>
            <a:br>
              <a:rPr lang="en-US" altLang="ko-KR" sz="1800" dirty="0"/>
            </a:br>
            <a:r>
              <a:rPr lang="en-US" altLang="ko-KR" sz="1800" dirty="0"/>
              <a:t>=&gt; -la , -al </a:t>
            </a:r>
            <a:r>
              <a:rPr lang="ko-KR" altLang="en-US" sz="1800" dirty="0"/>
              <a:t>순서와 상관 없음</a:t>
            </a:r>
            <a:endParaRPr lang="en-US" altLang="ko-KR" sz="1800" dirty="0"/>
          </a:p>
          <a:p>
            <a:r>
              <a:rPr lang="en-US" altLang="ko-KR" sz="1800" dirty="0"/>
              <a:t>clear</a:t>
            </a:r>
            <a:br>
              <a:rPr lang="en-US" altLang="ko-KR" sz="1800" dirty="0"/>
            </a:br>
            <a:r>
              <a:rPr lang="en-US" altLang="ko-KR" sz="1800" dirty="0"/>
              <a:t>-&gt; </a:t>
            </a:r>
            <a:r>
              <a:rPr lang="ko-KR" altLang="en-US" sz="1800" dirty="0"/>
              <a:t>그동안 작성한 코드 </a:t>
            </a:r>
            <a:r>
              <a:rPr lang="en-US" altLang="ko-KR" sz="1800" dirty="0"/>
              <a:t>clear</a:t>
            </a:r>
          </a:p>
          <a:p>
            <a:r>
              <a:rPr lang="en-US" altLang="ko-KR" sz="1800" dirty="0"/>
              <a:t>exit</a:t>
            </a:r>
            <a:br>
              <a:rPr lang="en-US" altLang="ko-KR" sz="1800" dirty="0"/>
            </a:br>
            <a:r>
              <a:rPr lang="en-US" altLang="ko-KR" sz="1800" dirty="0"/>
              <a:t>-&gt; </a:t>
            </a:r>
            <a:r>
              <a:rPr lang="ko-KR" altLang="en-US" sz="1800" dirty="0"/>
              <a:t>터미널 창 종료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80137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638A3-0E75-4EF1-86B4-F8E8530B1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 연습</a:t>
            </a:r>
            <a:r>
              <a:rPr lang="en-US" altLang="ko-KR" dirty="0"/>
              <a:t>(cd</a:t>
            </a:r>
            <a:r>
              <a:rPr lang="ko-KR" altLang="en-US" dirty="0"/>
              <a:t> 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mkdir</a:t>
            </a:r>
            <a:r>
              <a:rPr lang="en-US" altLang="ko-KR" dirty="0"/>
              <a:t>, rm)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C43305-4946-4D7B-B23F-71D5DF9C2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34721"/>
            <a:ext cx="9906000" cy="4024424"/>
          </a:xfrm>
        </p:spPr>
        <p:txBody>
          <a:bodyPr/>
          <a:lstStyle/>
          <a:p>
            <a:r>
              <a:rPr lang="en-US" altLang="ko-KR" sz="2000" dirty="0"/>
              <a:t>cd .. </a:t>
            </a:r>
            <a:br>
              <a:rPr lang="en-US" altLang="ko-KR" sz="2000" dirty="0"/>
            </a:br>
            <a:r>
              <a:rPr lang="en-US" altLang="ko-KR" sz="2000" dirty="0"/>
              <a:t>-&gt; </a:t>
            </a:r>
            <a:r>
              <a:rPr lang="ko-KR" altLang="en-US" sz="2000" dirty="0"/>
              <a:t>한</a:t>
            </a:r>
            <a:r>
              <a:rPr lang="en-US" altLang="ko-KR" sz="2000" dirty="0"/>
              <a:t> </a:t>
            </a:r>
            <a:r>
              <a:rPr lang="ko-KR" altLang="en-US" sz="2000" dirty="0"/>
              <a:t>단계 위의 디렉토리로 이동</a:t>
            </a:r>
            <a:endParaRPr lang="en-US" altLang="ko-KR" sz="2000" dirty="0"/>
          </a:p>
          <a:p>
            <a:r>
              <a:rPr lang="en-US" altLang="ko-KR" sz="2000" dirty="0"/>
              <a:t>cd</a:t>
            </a:r>
            <a:r>
              <a:rPr lang="ko-KR" altLang="en-US" sz="2000" dirty="0"/>
              <a:t> </a:t>
            </a:r>
            <a:r>
              <a:rPr lang="en-US" altLang="ko-KR" sz="2000" dirty="0"/>
              <a:t>Users</a:t>
            </a:r>
            <a:br>
              <a:rPr lang="en-US" altLang="ko-KR" sz="2000" dirty="0"/>
            </a:br>
            <a:r>
              <a:rPr lang="en-US" altLang="ko-KR" sz="2000" dirty="0"/>
              <a:t>-&gt; </a:t>
            </a:r>
            <a:r>
              <a:rPr lang="ko-KR" altLang="en-US" sz="2000" dirty="0"/>
              <a:t>현재 디렉토리에 존재하는 </a:t>
            </a:r>
            <a:r>
              <a:rPr lang="en-US" altLang="ko-KR" sz="2000" dirty="0"/>
              <a:t>Users </a:t>
            </a:r>
            <a:r>
              <a:rPr lang="ko-KR" altLang="en-US" sz="2000" dirty="0"/>
              <a:t>폴더로 이동 </a:t>
            </a:r>
            <a:endParaRPr lang="en-US" altLang="ko-KR" sz="2000" dirty="0"/>
          </a:p>
          <a:p>
            <a:r>
              <a:rPr lang="en-US" altLang="ko-KR" sz="2000" dirty="0"/>
              <a:t>cd ~</a:t>
            </a:r>
            <a:br>
              <a:rPr lang="en-US" altLang="ko-KR" sz="2000" dirty="0"/>
            </a:br>
            <a:r>
              <a:rPr lang="en-US" altLang="ko-KR" sz="2000" dirty="0"/>
              <a:t>-&gt; </a:t>
            </a:r>
            <a:r>
              <a:rPr lang="ko-KR" altLang="en-US" sz="2000" dirty="0"/>
              <a:t>홈 디렉토리로 이동함</a:t>
            </a:r>
            <a:endParaRPr lang="en-US" altLang="ko-KR" sz="2000" dirty="0"/>
          </a:p>
          <a:p>
            <a:r>
              <a:rPr lang="en-US" altLang="ko-KR" sz="2000" dirty="0" err="1"/>
              <a:t>mkdir</a:t>
            </a:r>
            <a:r>
              <a:rPr lang="en-US" altLang="ko-KR" sz="2000" dirty="0"/>
              <a:t> </a:t>
            </a:r>
            <a:r>
              <a:rPr lang="ko-KR" altLang="en-US" sz="2000" dirty="0"/>
              <a:t>새로운 디렉토리 이름</a:t>
            </a:r>
            <a:r>
              <a:rPr lang="en-US" altLang="ko-KR" sz="2000" dirty="0"/>
              <a:t>(</a:t>
            </a:r>
            <a:r>
              <a:rPr lang="en-US" altLang="ko-KR" sz="2000" dirty="0" err="1"/>
              <a:t>mkdir</a:t>
            </a:r>
            <a:r>
              <a:rPr lang="en-US" altLang="ko-KR" sz="2000" dirty="0"/>
              <a:t> </a:t>
            </a:r>
            <a:r>
              <a:rPr lang="en-US" altLang="ko-KR" sz="2000" dirty="0" err="1"/>
              <a:t>dir</a:t>
            </a:r>
            <a:r>
              <a:rPr lang="en-US" altLang="ko-KR" sz="2000" dirty="0"/>
              <a:t> = &gt; </a:t>
            </a:r>
            <a:r>
              <a:rPr lang="en-US" altLang="ko-KR" sz="2000" dirty="0" err="1"/>
              <a:t>dir</a:t>
            </a:r>
            <a:r>
              <a:rPr lang="en-US" altLang="ko-KR" sz="2000" dirty="0"/>
              <a:t> </a:t>
            </a:r>
            <a:r>
              <a:rPr lang="ko-KR" altLang="en-US" sz="2000" dirty="0"/>
              <a:t>디렉토리 생성</a:t>
            </a:r>
            <a:r>
              <a:rPr lang="en-US" altLang="ko-KR" sz="2000" dirty="0"/>
              <a:t>)</a:t>
            </a:r>
            <a:br>
              <a:rPr lang="en-US" altLang="ko-KR" sz="2000" dirty="0"/>
            </a:br>
            <a:r>
              <a:rPr lang="en-US" altLang="ko-KR" sz="2000" dirty="0"/>
              <a:t>-&gt; </a:t>
            </a:r>
            <a:r>
              <a:rPr lang="ko-KR" altLang="en-US" sz="2000" dirty="0"/>
              <a:t>현재 디렉토리에 새로운 디렉토리를 생성함</a:t>
            </a:r>
            <a:endParaRPr lang="en-US" altLang="ko-KR" sz="2000" dirty="0"/>
          </a:p>
          <a:p>
            <a:r>
              <a:rPr lang="en-US" altLang="ko-KR" sz="2000" dirty="0"/>
              <a:t>rm –r </a:t>
            </a:r>
            <a:r>
              <a:rPr lang="ko-KR" altLang="en-US" sz="2000" dirty="0"/>
              <a:t>폴더나 디렉토리 이름 </a:t>
            </a:r>
            <a:r>
              <a:rPr lang="en-US" altLang="ko-KR" sz="2000" dirty="0"/>
              <a:t>( rm –r test =&gt; test </a:t>
            </a:r>
            <a:r>
              <a:rPr lang="ko-KR" altLang="en-US" sz="2000" dirty="0"/>
              <a:t>를 제거함</a:t>
            </a:r>
            <a:r>
              <a:rPr lang="en-US" altLang="ko-KR" sz="2000" dirty="0"/>
              <a:t>)</a:t>
            </a:r>
            <a:br>
              <a:rPr lang="en-US" altLang="ko-KR" sz="2000" dirty="0"/>
            </a:br>
            <a:r>
              <a:rPr lang="en-US" altLang="ko-KR" sz="2000" dirty="0"/>
              <a:t>-&gt; </a:t>
            </a:r>
            <a:r>
              <a:rPr lang="ko-KR" altLang="en-US" sz="2000" dirty="0"/>
              <a:t>제거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658817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638A3-0E75-4EF1-86B4-F8E8530B1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명령 연습</a:t>
            </a:r>
            <a:r>
              <a:rPr lang="en-US" altLang="ko-KR" dirty="0"/>
              <a:t>(vim, cat)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C43305-4946-4D7B-B23F-71D5DF9C2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34721"/>
            <a:ext cx="9906000" cy="4024424"/>
          </a:xfrm>
        </p:spPr>
        <p:txBody>
          <a:bodyPr/>
          <a:lstStyle/>
          <a:p>
            <a:r>
              <a:rPr lang="en-US" altLang="ko-KR" sz="2000" dirty="0"/>
              <a:t>vim </a:t>
            </a:r>
            <a:r>
              <a:rPr lang="ko-KR" altLang="en-US" sz="2000" dirty="0"/>
              <a:t>파일이름</a:t>
            </a:r>
            <a:r>
              <a:rPr lang="en-US" altLang="ko-KR" sz="2000" dirty="0"/>
              <a:t>+ </a:t>
            </a:r>
            <a:r>
              <a:rPr lang="ko-KR" altLang="en-US" sz="2000" dirty="0"/>
              <a:t>확장자 </a:t>
            </a:r>
            <a:br>
              <a:rPr lang="en-US" altLang="ko-KR" sz="2000" dirty="0"/>
            </a:br>
            <a:r>
              <a:rPr lang="en-US" altLang="ko-KR" sz="2000" dirty="0"/>
              <a:t>ex ) vim test.txt , vim test.py</a:t>
            </a:r>
          </a:p>
          <a:p>
            <a:pPr>
              <a:lnSpc>
                <a:spcPct val="150000"/>
              </a:lnSpc>
            </a:pPr>
            <a:r>
              <a:rPr lang="ko-KR" altLang="en-US" sz="2000" dirty="0" err="1"/>
              <a:t>편집창</a:t>
            </a:r>
            <a:r>
              <a:rPr lang="ko-KR" altLang="en-US" sz="2000" dirty="0"/>
              <a:t> 사용법</a:t>
            </a:r>
            <a:br>
              <a:rPr lang="en-US" altLang="ko-KR" sz="2000" dirty="0"/>
            </a:br>
            <a:r>
              <a:rPr lang="en-US" altLang="ko-KR" sz="2000" dirty="0"/>
              <a:t>- </a:t>
            </a:r>
            <a:r>
              <a:rPr lang="ko-KR" altLang="en-US" sz="2000" dirty="0"/>
              <a:t>입력모드</a:t>
            </a:r>
            <a:r>
              <a:rPr lang="en-US" altLang="ko-KR" sz="2000" dirty="0"/>
              <a:t>: a</a:t>
            </a:r>
            <a:r>
              <a:rPr lang="ko-KR" altLang="en-US" sz="2000" dirty="0"/>
              <a:t>나 </a:t>
            </a:r>
            <a:r>
              <a:rPr lang="en-US" altLang="ko-KR" sz="2000" dirty="0"/>
              <a:t>1</a:t>
            </a:r>
            <a:r>
              <a:rPr lang="ko-KR" altLang="en-US" sz="2000" dirty="0"/>
              <a:t>을</a:t>
            </a:r>
            <a:r>
              <a:rPr lang="en-US" altLang="ko-KR" sz="2000" dirty="0"/>
              <a:t> </a:t>
            </a:r>
            <a:r>
              <a:rPr lang="ko-KR" altLang="en-US" sz="2000" dirty="0"/>
              <a:t>누르면 입력모드로 진입하여 편집 가능 </a:t>
            </a:r>
            <a:r>
              <a:rPr lang="en-US" altLang="ko-KR" sz="2000" dirty="0"/>
              <a:t>( </a:t>
            </a:r>
            <a:r>
              <a:rPr lang="ko-KR" altLang="en-US" sz="2000" dirty="0"/>
              <a:t>아래에 </a:t>
            </a:r>
            <a:r>
              <a:rPr lang="en-US" altLang="ko-KR" sz="2000" dirty="0"/>
              <a:t>‘</a:t>
            </a:r>
            <a:r>
              <a:rPr lang="ko-KR" altLang="en-US" sz="2000" dirty="0" err="1"/>
              <a:t>끼워넣기</a:t>
            </a:r>
            <a:r>
              <a:rPr lang="en-US" altLang="ko-KR" sz="2000" dirty="0"/>
              <a:t>’</a:t>
            </a:r>
            <a:r>
              <a:rPr lang="ko-KR" altLang="en-US" sz="2000" dirty="0"/>
              <a:t> 단어가 뜸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  <a:br>
              <a:rPr lang="en-US" altLang="ko-KR" sz="2000" dirty="0"/>
            </a:br>
            <a:r>
              <a:rPr lang="en-US" altLang="ko-KR" sz="2000" dirty="0"/>
              <a:t>- ex </a:t>
            </a:r>
            <a:r>
              <a:rPr lang="ko-KR" altLang="en-US" sz="2000" dirty="0"/>
              <a:t>모드</a:t>
            </a:r>
            <a:r>
              <a:rPr lang="en-US" altLang="ko-KR" sz="2000" dirty="0"/>
              <a:t>:  esc</a:t>
            </a:r>
            <a:r>
              <a:rPr lang="ko-KR" altLang="en-US" sz="2000" dirty="0"/>
              <a:t>를 누르고 입력모드 저장이나 종료하는 역할 </a:t>
            </a:r>
            <a:r>
              <a:rPr lang="en-US" altLang="ko-KR" sz="2000" dirty="0"/>
              <a:t>(:</a:t>
            </a:r>
            <a:r>
              <a:rPr lang="en-US" altLang="ko-KR" sz="2000" dirty="0" err="1"/>
              <a:t>wq</a:t>
            </a:r>
            <a:r>
              <a:rPr lang="ko-KR" altLang="en-US" sz="2000" dirty="0"/>
              <a:t>를 누르면 저장 및 종료</a:t>
            </a:r>
            <a:r>
              <a:rPr lang="en-US" altLang="ko-KR" sz="2000" dirty="0"/>
              <a:t>)</a:t>
            </a:r>
            <a:br>
              <a:rPr lang="en-US" altLang="ko-KR" sz="2000" dirty="0"/>
            </a:br>
            <a:r>
              <a:rPr lang="en-US" altLang="ko-KR" sz="2000" dirty="0"/>
              <a:t> </a:t>
            </a:r>
            <a:r>
              <a:rPr lang="ko-KR" altLang="en-US" sz="2000" dirty="0"/>
              <a:t>마지막에 </a:t>
            </a:r>
            <a:r>
              <a:rPr lang="en-US" altLang="ko-KR" sz="2000" dirty="0"/>
              <a:t>enter</a:t>
            </a:r>
            <a:r>
              <a:rPr lang="ko-KR" altLang="en-US" sz="2000" dirty="0"/>
              <a:t>를 누르면 원래 </a:t>
            </a:r>
            <a:r>
              <a:rPr lang="en-US" altLang="ko-KR" sz="2000" dirty="0"/>
              <a:t>vim</a:t>
            </a:r>
            <a:r>
              <a:rPr lang="ko-KR" altLang="en-US" sz="2000" dirty="0"/>
              <a:t>을 실행했던 터미널 창으로 돌아옴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cat </a:t>
            </a:r>
            <a:r>
              <a:rPr lang="ko-KR" altLang="en-US" sz="2000" dirty="0"/>
              <a:t>파일이름</a:t>
            </a:r>
            <a:br>
              <a:rPr lang="en-US" altLang="ko-KR" sz="2000" dirty="0"/>
            </a:br>
            <a:r>
              <a:rPr lang="en-US" altLang="ko-KR" sz="2000" dirty="0"/>
              <a:t>-&gt; </a:t>
            </a:r>
            <a:r>
              <a:rPr lang="ko-KR" altLang="en-US" sz="2000" dirty="0"/>
              <a:t>파일 안에 있는 내용 확인 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063026415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AnalogousFromLightSeedRightStep">
      <a:dk1>
        <a:srgbClr val="000000"/>
      </a:dk1>
      <a:lt1>
        <a:srgbClr val="FFFFFF"/>
      </a:lt1>
      <a:dk2>
        <a:srgbClr val="3C3522"/>
      </a:dk2>
      <a:lt2>
        <a:srgbClr val="E2E6E8"/>
      </a:lt2>
      <a:accent1>
        <a:srgbClr val="CE967C"/>
      </a:accent1>
      <a:accent2>
        <a:srgbClr val="B5A064"/>
      </a:accent2>
      <a:accent3>
        <a:srgbClr val="9DA66C"/>
      </a:accent3>
      <a:accent4>
        <a:srgbClr val="83AF61"/>
      </a:accent4>
      <a:accent5>
        <a:srgbClr val="6CB26B"/>
      </a:accent5>
      <a:accent6>
        <a:srgbClr val="63B283"/>
      </a:accent6>
      <a:hlink>
        <a:srgbClr val="5E899E"/>
      </a:hlink>
      <a:folHlink>
        <a:srgbClr val="7F7F7F"/>
      </a:folHlink>
    </a:clrScheme>
    <a:fontScheme name="Walbaum Light Univers Light">
      <a:majorFont>
        <a:latin typeface="Microsoft GothicNeo"/>
        <a:ea typeface=""/>
        <a:cs typeface=""/>
      </a:majorFont>
      <a:minorFont>
        <a:latin typeface="Microsoft GothicNe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340</Words>
  <Application>Microsoft Office PowerPoint</Application>
  <PresentationFormat>와이드스크린</PresentationFormat>
  <Paragraphs>34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Microsoft GothicNeo</vt:lpstr>
      <vt:lpstr>Microsoft GothicNeo Light</vt:lpstr>
      <vt:lpstr>Arial</vt:lpstr>
      <vt:lpstr>AngleLinesVTI</vt:lpstr>
      <vt:lpstr>Git-hub  사용법</vt:lpstr>
      <vt:lpstr>PowerPoint 프레젠테이션</vt:lpstr>
      <vt:lpstr>깃 환경 설정 (사용자 정보 입력)</vt:lpstr>
      <vt:lpstr>리눅스 명령 연습</vt:lpstr>
      <vt:lpstr>리눅스 명령 연습(cd , mkdir, rm)</vt:lpstr>
      <vt:lpstr>리눅스 명령 연습(vim, cat)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Git-hub  사용법</dc:title>
  <dc:creator>김수민</dc:creator>
  <cp:lastModifiedBy>김수민</cp:lastModifiedBy>
  <cp:revision>4</cp:revision>
  <dcterms:created xsi:type="dcterms:W3CDTF">2021-01-21T17:48:03Z</dcterms:created>
  <dcterms:modified xsi:type="dcterms:W3CDTF">2021-01-21T18:13:22Z</dcterms:modified>
</cp:coreProperties>
</file>